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5" r:id="rId2"/>
    <p:sldId id="279" r:id="rId3"/>
    <p:sldId id="278" r:id="rId4"/>
    <p:sldId id="280" r:id="rId5"/>
    <p:sldId id="257" r:id="rId6"/>
    <p:sldId id="258" r:id="rId7"/>
    <p:sldId id="259" r:id="rId8"/>
    <p:sldId id="260" r:id="rId9"/>
    <p:sldId id="281" r:id="rId10"/>
    <p:sldId id="261" r:id="rId11"/>
    <p:sldId id="262" r:id="rId12"/>
    <p:sldId id="270" r:id="rId13"/>
    <p:sldId id="263" r:id="rId14"/>
    <p:sldId id="271" r:id="rId15"/>
    <p:sldId id="272" r:id="rId16"/>
    <p:sldId id="282" r:id="rId17"/>
    <p:sldId id="264" r:id="rId18"/>
    <p:sldId id="286" r:id="rId19"/>
    <p:sldId id="265" r:id="rId20"/>
    <p:sldId id="266" r:id="rId21"/>
    <p:sldId id="267" r:id="rId22"/>
    <p:sldId id="269" r:id="rId23"/>
    <p:sldId id="273" r:id="rId24"/>
    <p:sldId id="268" r:id="rId25"/>
    <p:sldId id="274" r:id="rId26"/>
    <p:sldId id="275" r:id="rId27"/>
    <p:sldId id="276" r:id="rId28"/>
    <p:sldId id="283" r:id="rId29"/>
    <p:sldId id="284" r:id="rId30"/>
    <p:sldId id="277" r:id="rId3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50"/>
            <a:ext cx="8242300" cy="10286365"/>
          </a:xfrm>
          <a:custGeom>
            <a:avLst/>
            <a:gdLst/>
            <a:ahLst/>
            <a:cxnLst/>
            <a:rect l="l" t="t" r="r" b="b"/>
            <a:pathLst>
              <a:path w="8242300" h="10286365">
                <a:moveTo>
                  <a:pt x="8242300" y="5715"/>
                </a:moveTo>
                <a:lnTo>
                  <a:pt x="8236610" y="0"/>
                </a:lnTo>
                <a:lnTo>
                  <a:pt x="0" y="0"/>
                </a:lnTo>
                <a:lnTo>
                  <a:pt x="0" y="12674"/>
                </a:lnTo>
                <a:lnTo>
                  <a:pt x="0" y="10286149"/>
                </a:lnTo>
                <a:lnTo>
                  <a:pt x="12725" y="10286149"/>
                </a:lnTo>
                <a:lnTo>
                  <a:pt x="8216900" y="10286149"/>
                </a:lnTo>
                <a:lnTo>
                  <a:pt x="8229562" y="10286149"/>
                </a:lnTo>
                <a:lnTo>
                  <a:pt x="8242300" y="10286149"/>
                </a:lnTo>
                <a:lnTo>
                  <a:pt x="8242300" y="25438"/>
                </a:lnTo>
                <a:lnTo>
                  <a:pt x="8242236" y="12674"/>
                </a:lnTo>
                <a:lnTo>
                  <a:pt x="8242300" y="5715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216900" y="-26"/>
            <a:ext cx="10071100" cy="10287000"/>
          </a:xfrm>
          <a:custGeom>
            <a:avLst/>
            <a:gdLst/>
            <a:ahLst/>
            <a:cxnLst/>
            <a:rect l="l" t="t" r="r" b="b"/>
            <a:pathLst>
              <a:path w="10071099" h="10287000">
                <a:moveTo>
                  <a:pt x="10071100" y="10091458"/>
                </a:moveTo>
                <a:lnTo>
                  <a:pt x="5715" y="10091458"/>
                </a:lnTo>
                <a:lnTo>
                  <a:pt x="0" y="10097173"/>
                </a:lnTo>
                <a:lnTo>
                  <a:pt x="0" y="10287000"/>
                </a:lnTo>
                <a:lnTo>
                  <a:pt x="12661" y="10287000"/>
                </a:lnTo>
                <a:lnTo>
                  <a:pt x="25425" y="10287000"/>
                </a:lnTo>
                <a:lnTo>
                  <a:pt x="10058400" y="10287000"/>
                </a:lnTo>
                <a:lnTo>
                  <a:pt x="10071062" y="10287000"/>
                </a:lnTo>
                <a:lnTo>
                  <a:pt x="10071100" y="10104120"/>
                </a:lnTo>
                <a:lnTo>
                  <a:pt x="10071100" y="10091458"/>
                </a:lnTo>
                <a:close/>
              </a:path>
              <a:path w="10071099" h="10287000">
                <a:moveTo>
                  <a:pt x="10071100" y="0"/>
                </a:moveTo>
                <a:lnTo>
                  <a:pt x="10058400" y="0"/>
                </a:lnTo>
                <a:lnTo>
                  <a:pt x="25425" y="0"/>
                </a:lnTo>
                <a:lnTo>
                  <a:pt x="12661" y="0"/>
                </a:lnTo>
                <a:lnTo>
                  <a:pt x="0" y="0"/>
                </a:lnTo>
                <a:lnTo>
                  <a:pt x="0" y="189928"/>
                </a:lnTo>
                <a:lnTo>
                  <a:pt x="5715" y="195618"/>
                </a:lnTo>
                <a:lnTo>
                  <a:pt x="10071100" y="195618"/>
                </a:lnTo>
                <a:lnTo>
                  <a:pt x="10071100" y="182880"/>
                </a:lnTo>
                <a:lnTo>
                  <a:pt x="10071100" y="0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5972512"/>
            <a:ext cx="3588385" cy="4314825"/>
          </a:xfrm>
          <a:custGeom>
            <a:avLst/>
            <a:gdLst/>
            <a:ahLst/>
            <a:cxnLst/>
            <a:rect l="l" t="t" r="r" b="b"/>
            <a:pathLst>
              <a:path w="3588385" h="4314825">
                <a:moveTo>
                  <a:pt x="3578041" y="4314486"/>
                </a:moveTo>
                <a:lnTo>
                  <a:pt x="3561454" y="4314486"/>
                </a:lnTo>
                <a:lnTo>
                  <a:pt x="0" y="39724"/>
                </a:lnTo>
                <a:lnTo>
                  <a:pt x="0" y="0"/>
                </a:lnTo>
                <a:lnTo>
                  <a:pt x="3587781" y="4306362"/>
                </a:lnTo>
                <a:lnTo>
                  <a:pt x="3578041" y="431448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25" y="-26"/>
            <a:ext cx="6998970" cy="10287635"/>
          </a:xfrm>
          <a:custGeom>
            <a:avLst/>
            <a:gdLst/>
            <a:ahLst/>
            <a:cxnLst/>
            <a:rect l="l" t="t" r="r" b="b"/>
            <a:pathLst>
              <a:path w="6998970" h="10287635">
                <a:moveTo>
                  <a:pt x="6998741" y="12738"/>
                </a:moveTo>
                <a:lnTo>
                  <a:pt x="6986003" y="12738"/>
                </a:lnTo>
                <a:lnTo>
                  <a:pt x="6986003" y="38"/>
                </a:lnTo>
                <a:lnTo>
                  <a:pt x="6973341" y="38"/>
                </a:lnTo>
                <a:lnTo>
                  <a:pt x="12750" y="0"/>
                </a:lnTo>
                <a:lnTo>
                  <a:pt x="0" y="0"/>
                </a:lnTo>
                <a:lnTo>
                  <a:pt x="25" y="10287000"/>
                </a:lnTo>
                <a:lnTo>
                  <a:pt x="12750" y="10287000"/>
                </a:lnTo>
                <a:lnTo>
                  <a:pt x="6973341" y="10287000"/>
                </a:lnTo>
                <a:lnTo>
                  <a:pt x="6986003" y="10287038"/>
                </a:lnTo>
                <a:lnTo>
                  <a:pt x="6986003" y="10274338"/>
                </a:lnTo>
                <a:lnTo>
                  <a:pt x="6998741" y="10274338"/>
                </a:lnTo>
                <a:lnTo>
                  <a:pt x="6998741" y="12738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973316" y="-26"/>
            <a:ext cx="11315065" cy="10287000"/>
          </a:xfrm>
          <a:custGeom>
            <a:avLst/>
            <a:gdLst/>
            <a:ahLst/>
            <a:cxnLst/>
            <a:rect l="l" t="t" r="r" b="b"/>
            <a:pathLst>
              <a:path w="11315065" h="10287000">
                <a:moveTo>
                  <a:pt x="11314671" y="10128034"/>
                </a:moveTo>
                <a:lnTo>
                  <a:pt x="5715" y="10128034"/>
                </a:lnTo>
                <a:lnTo>
                  <a:pt x="0" y="10133749"/>
                </a:lnTo>
                <a:lnTo>
                  <a:pt x="0" y="10287000"/>
                </a:lnTo>
                <a:lnTo>
                  <a:pt x="12661" y="10287000"/>
                </a:lnTo>
                <a:lnTo>
                  <a:pt x="25425" y="10287000"/>
                </a:lnTo>
                <a:lnTo>
                  <a:pt x="11301984" y="10287000"/>
                </a:lnTo>
                <a:lnTo>
                  <a:pt x="11314646" y="10287000"/>
                </a:lnTo>
                <a:lnTo>
                  <a:pt x="11314671" y="10140696"/>
                </a:lnTo>
                <a:lnTo>
                  <a:pt x="11314671" y="10128034"/>
                </a:lnTo>
                <a:close/>
              </a:path>
              <a:path w="11315065" h="10287000">
                <a:moveTo>
                  <a:pt x="11314671" y="0"/>
                </a:moveTo>
                <a:lnTo>
                  <a:pt x="11301984" y="0"/>
                </a:lnTo>
                <a:lnTo>
                  <a:pt x="25425" y="0"/>
                </a:lnTo>
                <a:lnTo>
                  <a:pt x="12661" y="0"/>
                </a:lnTo>
                <a:lnTo>
                  <a:pt x="0" y="0"/>
                </a:lnTo>
                <a:lnTo>
                  <a:pt x="0" y="153352"/>
                </a:lnTo>
                <a:lnTo>
                  <a:pt x="5715" y="159042"/>
                </a:lnTo>
                <a:lnTo>
                  <a:pt x="11314671" y="159042"/>
                </a:lnTo>
                <a:lnTo>
                  <a:pt x="11314671" y="146304"/>
                </a:lnTo>
                <a:lnTo>
                  <a:pt x="11314671" y="0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6484" y="275240"/>
            <a:ext cx="5577840" cy="871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ruitvitaa.lovable.app/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stagram.com/reel/DWWBWIRE3rM/?igsh=aDljZHNyamI2d2lp" TargetMode="External"/><Relationship Id="rId2" Type="http://schemas.openxmlformats.org/officeDocument/2006/relationships/hyperlink" Target="https://www.instagram.com/reel/DWWCCRCk_xF/?igsh=a2tjYmxlbXRudGR4" TargetMode="Externa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5BhGVwL96ztEbXEm0XkM4_FFN8oFMWcI?usp=sharing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8">
            <a:extLst>
              <a:ext uri="{FF2B5EF4-FFF2-40B4-BE49-F238E27FC236}">
                <a16:creationId xmlns:a16="http://schemas.microsoft.com/office/drawing/2014/main" id="{895FE5CE-1CC7-5B55-95FF-3AC723A8C015}"/>
              </a:ext>
            </a:extLst>
          </p:cNvPr>
          <p:cNvSpPr txBox="1"/>
          <p:nvPr/>
        </p:nvSpPr>
        <p:spPr>
          <a:xfrm>
            <a:off x="8732820" y="2676294"/>
            <a:ext cx="8981120" cy="8848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6000" b="1" dirty="0">
                <a:solidFill>
                  <a:srgbClr val="2E7D32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DIGITAL MARKETING 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9DD18A3F-211A-0218-F2DE-08B07F92A90B}"/>
              </a:ext>
            </a:extLst>
          </p:cNvPr>
          <p:cNvSpPr txBox="1"/>
          <p:nvPr/>
        </p:nvSpPr>
        <p:spPr>
          <a:xfrm>
            <a:off x="8864920" y="4428180"/>
            <a:ext cx="8117800" cy="4201471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62"/>
              </a:lnSpc>
            </a:pPr>
            <a:endParaRPr lang="en-US" sz="4437" dirty="0">
              <a:solidFill>
                <a:srgbClr val="5C4E3D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algn="l">
              <a:lnSpc>
                <a:spcPts val="5562"/>
              </a:lnSpc>
            </a:pPr>
            <a: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CAPSTONE PROJECT</a:t>
            </a:r>
          </a:p>
          <a:p>
            <a:pPr algn="l">
              <a:lnSpc>
                <a:spcPts val="5562"/>
              </a:lnSpc>
            </a:pPr>
            <a: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PHASE I, II &amp; III </a:t>
            </a:r>
          </a:p>
          <a:p>
            <a:pPr algn="l">
              <a:lnSpc>
                <a:spcPts val="5562"/>
              </a:lnSpc>
            </a:pPr>
            <a:endParaRPr lang="en-US" sz="4437" dirty="0">
              <a:solidFill>
                <a:srgbClr val="5C4E3D"/>
              </a:solidFill>
              <a:latin typeface="Times New Roman" panose="02020603050405020304" pitchFamily="18" charset="0"/>
              <a:ea typeface="Libre Baskerville"/>
              <a:cs typeface="Times New Roman" panose="02020603050405020304" pitchFamily="18" charset="0"/>
              <a:sym typeface="Libre Baskerville"/>
            </a:endParaRPr>
          </a:p>
          <a:p>
            <a:pPr algn="l">
              <a:lnSpc>
                <a:spcPts val="5562"/>
              </a:lnSpc>
            </a:pPr>
            <a:r>
              <a:rPr lang="en-US" sz="4437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PRESENTED BY – LT  4</a:t>
            </a:r>
          </a:p>
          <a:p>
            <a:pPr algn="l">
              <a:lnSpc>
                <a:spcPts val="5562"/>
              </a:lnSpc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Hunny Gupta | Swati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Bahety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 | Yash Arora | Soumya Soni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5A3EB4-A1EF-57F7-C043-177032C68A15}"/>
              </a:ext>
            </a:extLst>
          </p:cNvPr>
          <p:cNvSpPr/>
          <p:nvPr/>
        </p:nvSpPr>
        <p:spPr>
          <a:xfrm>
            <a:off x="6263164" y="9944101"/>
            <a:ext cx="11872434" cy="3429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A285FA-80DD-1470-6C1B-FAE480BE4DFD}"/>
              </a:ext>
            </a:extLst>
          </p:cNvPr>
          <p:cNvSpPr/>
          <p:nvPr/>
        </p:nvSpPr>
        <p:spPr>
          <a:xfrm rot="5400000">
            <a:off x="16554450" y="8553451"/>
            <a:ext cx="3314700" cy="1524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7CF357-F020-459D-3369-1B28FA5AE320}"/>
              </a:ext>
            </a:extLst>
          </p:cNvPr>
          <p:cNvSpPr/>
          <p:nvPr/>
        </p:nvSpPr>
        <p:spPr>
          <a:xfrm rot="16200000">
            <a:off x="16694563" y="1211208"/>
            <a:ext cx="2805874" cy="381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7D03519-A07C-56DD-6530-174B363A8255}"/>
              </a:ext>
            </a:extLst>
          </p:cNvPr>
          <p:cNvSpPr/>
          <p:nvPr/>
        </p:nvSpPr>
        <p:spPr>
          <a:xfrm>
            <a:off x="6019799" y="-2458"/>
            <a:ext cx="12268201" cy="26773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3352B0-6C88-5E28-C6B2-7E55953FC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9" t="14844" r="3907" b="25781"/>
          <a:stretch>
            <a:fillRect/>
          </a:stretch>
        </p:blipFill>
        <p:spPr>
          <a:xfrm>
            <a:off x="200980" y="2042386"/>
            <a:ext cx="7342814" cy="4929915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5154FF-BD8E-E0D9-9295-0182AC2520F9}"/>
              </a:ext>
            </a:extLst>
          </p:cNvPr>
          <p:cNvCxnSpPr>
            <a:cxnSpLocks/>
          </p:cNvCxnSpPr>
          <p:nvPr/>
        </p:nvCxnSpPr>
        <p:spPr>
          <a:xfrm>
            <a:off x="8732820" y="3944454"/>
            <a:ext cx="83820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06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5B0F1-9B45-95D5-FE23-8C5C9AA00F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0" y="3009900"/>
            <a:ext cx="14630400" cy="3323987"/>
          </a:xfrm>
        </p:spPr>
        <p:txBody>
          <a:bodyPr/>
          <a:lstStyle/>
          <a:p>
            <a:r>
              <a:rPr lang="en-US" sz="2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- I </a:t>
            </a:r>
            <a:endParaRPr lang="en-IN" sz="2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819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Picture 252">
            <a:extLst>
              <a:ext uri="{FF2B5EF4-FFF2-40B4-BE49-F238E27FC236}">
                <a16:creationId xmlns:a16="http://schemas.microsoft.com/office/drawing/2014/main" id="{73145CBD-27A7-6E5D-9B5A-21A976346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17" y="0"/>
            <a:ext cx="18178989" cy="99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363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1D6FD93-5C87-B02E-650F-A28B983C3C8F}"/>
              </a:ext>
            </a:extLst>
          </p:cNvPr>
          <p:cNvSpPr txBox="1">
            <a:spLocks/>
          </p:cNvSpPr>
          <p:nvPr/>
        </p:nvSpPr>
        <p:spPr>
          <a:xfrm>
            <a:off x="1828800" y="3162300"/>
            <a:ext cx="14630400" cy="3323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- II</a:t>
            </a:r>
            <a:endParaRPr lang="en-IN" sz="2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230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7438097" cy="10289540"/>
            <a:chOff x="0" y="0"/>
            <a:chExt cx="17438097" cy="102895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5867400" cy="10289540"/>
            </a:xfrm>
            <a:custGeom>
              <a:avLst/>
              <a:gdLst/>
              <a:ahLst/>
              <a:cxnLst/>
              <a:rect l="l" t="t" r="r" b="b"/>
              <a:pathLst>
                <a:path w="6977380" h="10289540">
                  <a:moveTo>
                    <a:pt x="6977042" y="10289472"/>
                  </a:moveTo>
                  <a:lnTo>
                    <a:pt x="0" y="10289472"/>
                  </a:lnTo>
                  <a:lnTo>
                    <a:pt x="0" y="0"/>
                  </a:lnTo>
                  <a:lnTo>
                    <a:pt x="6977042" y="0"/>
                  </a:lnTo>
                  <a:lnTo>
                    <a:pt x="6977042" y="10289472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7325087" y="1598199"/>
              <a:ext cx="10113010" cy="2397760"/>
            </a:xfrm>
            <a:custGeom>
              <a:avLst/>
              <a:gdLst/>
              <a:ahLst/>
              <a:cxnLst/>
              <a:rect l="l" t="t" r="r" b="b"/>
              <a:pathLst>
                <a:path w="10113010" h="2397760">
                  <a:moveTo>
                    <a:pt x="10110692" y="2397156"/>
                  </a:moveTo>
                  <a:lnTo>
                    <a:pt x="4095" y="2397156"/>
                  </a:lnTo>
                  <a:lnTo>
                    <a:pt x="0" y="2393060"/>
                  </a:lnTo>
                  <a:lnTo>
                    <a:pt x="0" y="4095"/>
                  </a:lnTo>
                  <a:lnTo>
                    <a:pt x="4095" y="0"/>
                  </a:lnTo>
                  <a:lnTo>
                    <a:pt x="10110692" y="0"/>
                  </a:lnTo>
                  <a:lnTo>
                    <a:pt x="10113005" y="2312"/>
                  </a:lnTo>
                  <a:lnTo>
                    <a:pt x="10113005" y="9144"/>
                  </a:lnTo>
                  <a:lnTo>
                    <a:pt x="9144" y="9144"/>
                  </a:lnTo>
                  <a:lnTo>
                    <a:pt x="9144" y="18288"/>
                  </a:lnTo>
                  <a:lnTo>
                    <a:pt x="18288" y="18288"/>
                  </a:lnTo>
                  <a:lnTo>
                    <a:pt x="18288" y="2378868"/>
                  </a:lnTo>
                  <a:lnTo>
                    <a:pt x="9144" y="2378868"/>
                  </a:lnTo>
                  <a:lnTo>
                    <a:pt x="9144" y="2388012"/>
                  </a:lnTo>
                  <a:lnTo>
                    <a:pt x="10113005" y="2388012"/>
                  </a:lnTo>
                  <a:lnTo>
                    <a:pt x="10113005" y="2394844"/>
                  </a:lnTo>
                  <a:lnTo>
                    <a:pt x="10110692" y="2397156"/>
                  </a:lnTo>
                  <a:close/>
                </a:path>
                <a:path w="10113010" h="2397760">
                  <a:moveTo>
                    <a:pt x="18288" y="18288"/>
                  </a:moveTo>
                  <a:lnTo>
                    <a:pt x="9144" y="18288"/>
                  </a:lnTo>
                  <a:lnTo>
                    <a:pt x="9144" y="9144"/>
                  </a:lnTo>
                  <a:lnTo>
                    <a:pt x="18288" y="9144"/>
                  </a:lnTo>
                  <a:lnTo>
                    <a:pt x="18288" y="18288"/>
                  </a:lnTo>
                  <a:close/>
                </a:path>
                <a:path w="10113010" h="2397760">
                  <a:moveTo>
                    <a:pt x="10096500" y="18288"/>
                  </a:moveTo>
                  <a:lnTo>
                    <a:pt x="18288" y="18288"/>
                  </a:lnTo>
                  <a:lnTo>
                    <a:pt x="18288" y="9144"/>
                  </a:lnTo>
                  <a:lnTo>
                    <a:pt x="10096500" y="9144"/>
                  </a:lnTo>
                  <a:lnTo>
                    <a:pt x="10096500" y="18288"/>
                  </a:lnTo>
                  <a:close/>
                </a:path>
                <a:path w="10113010" h="2397760">
                  <a:moveTo>
                    <a:pt x="10105644" y="2388012"/>
                  </a:moveTo>
                  <a:lnTo>
                    <a:pt x="10096500" y="2388012"/>
                  </a:lnTo>
                  <a:lnTo>
                    <a:pt x="10096500" y="9144"/>
                  </a:lnTo>
                  <a:lnTo>
                    <a:pt x="10105644" y="9144"/>
                  </a:lnTo>
                  <a:lnTo>
                    <a:pt x="10105644" y="18288"/>
                  </a:lnTo>
                  <a:lnTo>
                    <a:pt x="10113005" y="18288"/>
                  </a:lnTo>
                  <a:lnTo>
                    <a:pt x="10113005" y="2378868"/>
                  </a:lnTo>
                  <a:lnTo>
                    <a:pt x="10105644" y="2378868"/>
                  </a:lnTo>
                  <a:lnTo>
                    <a:pt x="10105644" y="2388012"/>
                  </a:lnTo>
                  <a:close/>
                </a:path>
                <a:path w="10113010" h="2397760">
                  <a:moveTo>
                    <a:pt x="10113005" y="18288"/>
                  </a:moveTo>
                  <a:lnTo>
                    <a:pt x="10105644" y="18288"/>
                  </a:lnTo>
                  <a:lnTo>
                    <a:pt x="10105644" y="9144"/>
                  </a:lnTo>
                  <a:lnTo>
                    <a:pt x="10113005" y="9144"/>
                  </a:lnTo>
                  <a:lnTo>
                    <a:pt x="10113005" y="18288"/>
                  </a:lnTo>
                  <a:close/>
                </a:path>
                <a:path w="10113010" h="2397760">
                  <a:moveTo>
                    <a:pt x="18288" y="2388012"/>
                  </a:moveTo>
                  <a:lnTo>
                    <a:pt x="9144" y="2388012"/>
                  </a:lnTo>
                  <a:lnTo>
                    <a:pt x="9144" y="2378868"/>
                  </a:lnTo>
                  <a:lnTo>
                    <a:pt x="18288" y="2378868"/>
                  </a:lnTo>
                  <a:lnTo>
                    <a:pt x="18288" y="2388012"/>
                  </a:lnTo>
                  <a:close/>
                </a:path>
                <a:path w="10113010" h="2397760">
                  <a:moveTo>
                    <a:pt x="10096500" y="2388012"/>
                  </a:moveTo>
                  <a:lnTo>
                    <a:pt x="18288" y="2388012"/>
                  </a:lnTo>
                  <a:lnTo>
                    <a:pt x="18288" y="2378868"/>
                  </a:lnTo>
                  <a:lnTo>
                    <a:pt x="10096500" y="2378868"/>
                  </a:lnTo>
                  <a:lnTo>
                    <a:pt x="10096500" y="2388012"/>
                  </a:lnTo>
                  <a:close/>
                </a:path>
                <a:path w="10113010" h="2397760">
                  <a:moveTo>
                    <a:pt x="10113005" y="2388012"/>
                  </a:moveTo>
                  <a:lnTo>
                    <a:pt x="10105644" y="2388012"/>
                  </a:lnTo>
                  <a:lnTo>
                    <a:pt x="10105644" y="2378868"/>
                  </a:lnTo>
                  <a:lnTo>
                    <a:pt x="10113005" y="2378868"/>
                  </a:lnTo>
                  <a:lnTo>
                    <a:pt x="10113005" y="2388012"/>
                  </a:lnTo>
                  <a:close/>
                </a:path>
              </a:pathLst>
            </a:custGeom>
            <a:solidFill>
              <a:srgbClr val="FF6D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7653061" y="2051570"/>
              <a:ext cx="733425" cy="771525"/>
            </a:xfrm>
            <a:custGeom>
              <a:avLst/>
              <a:gdLst/>
              <a:ahLst/>
              <a:cxnLst/>
              <a:rect l="l" t="t" r="r" b="b"/>
              <a:pathLst>
                <a:path w="733425" h="771525">
                  <a:moveTo>
                    <a:pt x="366617" y="771524"/>
                  </a:moveTo>
                  <a:lnTo>
                    <a:pt x="320624" y="768519"/>
                  </a:lnTo>
                  <a:lnTo>
                    <a:pt x="276338" y="759744"/>
                  </a:lnTo>
                  <a:lnTo>
                    <a:pt x="234101" y="745561"/>
                  </a:lnTo>
                  <a:lnTo>
                    <a:pt x="194257" y="726331"/>
                  </a:lnTo>
                  <a:lnTo>
                    <a:pt x="157150" y="702415"/>
                  </a:lnTo>
                  <a:lnTo>
                    <a:pt x="123122" y="674175"/>
                  </a:lnTo>
                  <a:lnTo>
                    <a:pt x="92517" y="641972"/>
                  </a:lnTo>
                  <a:lnTo>
                    <a:pt x="65678" y="606167"/>
                  </a:lnTo>
                  <a:lnTo>
                    <a:pt x="42950" y="567121"/>
                  </a:lnTo>
                  <a:lnTo>
                    <a:pt x="24674" y="525197"/>
                  </a:lnTo>
                  <a:lnTo>
                    <a:pt x="11195" y="480755"/>
                  </a:lnTo>
                  <a:lnTo>
                    <a:pt x="2856" y="434156"/>
                  </a:lnTo>
                  <a:lnTo>
                    <a:pt x="0" y="385762"/>
                  </a:lnTo>
                  <a:lnTo>
                    <a:pt x="2856" y="337368"/>
                  </a:lnTo>
                  <a:lnTo>
                    <a:pt x="11195" y="290769"/>
                  </a:lnTo>
                  <a:lnTo>
                    <a:pt x="24674" y="246327"/>
                  </a:lnTo>
                  <a:lnTo>
                    <a:pt x="42950" y="204403"/>
                  </a:lnTo>
                  <a:lnTo>
                    <a:pt x="65678" y="165357"/>
                  </a:lnTo>
                  <a:lnTo>
                    <a:pt x="92517" y="129552"/>
                  </a:lnTo>
                  <a:lnTo>
                    <a:pt x="123122" y="97349"/>
                  </a:lnTo>
                  <a:lnTo>
                    <a:pt x="157150" y="69109"/>
                  </a:lnTo>
                  <a:lnTo>
                    <a:pt x="194257" y="45193"/>
                  </a:lnTo>
                  <a:lnTo>
                    <a:pt x="234101" y="25963"/>
                  </a:lnTo>
                  <a:lnTo>
                    <a:pt x="276338" y="11780"/>
                  </a:lnTo>
                  <a:lnTo>
                    <a:pt x="320624" y="3005"/>
                  </a:lnTo>
                  <a:lnTo>
                    <a:pt x="366617" y="0"/>
                  </a:lnTo>
                  <a:lnTo>
                    <a:pt x="412609" y="3005"/>
                  </a:lnTo>
                  <a:lnTo>
                    <a:pt x="456896" y="11780"/>
                  </a:lnTo>
                  <a:lnTo>
                    <a:pt x="499132" y="25963"/>
                  </a:lnTo>
                  <a:lnTo>
                    <a:pt x="538976" y="45193"/>
                  </a:lnTo>
                  <a:lnTo>
                    <a:pt x="576084" y="69109"/>
                  </a:lnTo>
                  <a:lnTo>
                    <a:pt x="610112" y="97349"/>
                  </a:lnTo>
                  <a:lnTo>
                    <a:pt x="640717" y="129552"/>
                  </a:lnTo>
                  <a:lnTo>
                    <a:pt x="667555" y="165357"/>
                  </a:lnTo>
                  <a:lnTo>
                    <a:pt x="690284" y="204403"/>
                  </a:lnTo>
                  <a:lnTo>
                    <a:pt x="708559" y="246327"/>
                  </a:lnTo>
                  <a:lnTo>
                    <a:pt x="722039" y="290769"/>
                  </a:lnTo>
                  <a:lnTo>
                    <a:pt x="730378" y="337368"/>
                  </a:lnTo>
                  <a:lnTo>
                    <a:pt x="733234" y="385762"/>
                  </a:lnTo>
                  <a:lnTo>
                    <a:pt x="730378" y="434156"/>
                  </a:lnTo>
                  <a:lnTo>
                    <a:pt x="722039" y="480755"/>
                  </a:lnTo>
                  <a:lnTo>
                    <a:pt x="708559" y="525197"/>
                  </a:lnTo>
                  <a:lnTo>
                    <a:pt x="690284" y="567121"/>
                  </a:lnTo>
                  <a:lnTo>
                    <a:pt x="667555" y="606167"/>
                  </a:lnTo>
                  <a:lnTo>
                    <a:pt x="640717" y="641972"/>
                  </a:lnTo>
                  <a:lnTo>
                    <a:pt x="610112" y="674175"/>
                  </a:lnTo>
                  <a:lnTo>
                    <a:pt x="576084" y="702415"/>
                  </a:lnTo>
                  <a:lnTo>
                    <a:pt x="538976" y="726331"/>
                  </a:lnTo>
                  <a:lnTo>
                    <a:pt x="499132" y="745561"/>
                  </a:lnTo>
                  <a:lnTo>
                    <a:pt x="456896" y="759744"/>
                  </a:lnTo>
                  <a:lnTo>
                    <a:pt x="412609" y="768519"/>
                  </a:lnTo>
                  <a:lnTo>
                    <a:pt x="366617" y="771524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7634773" y="2033282"/>
              <a:ext cx="770255" cy="808355"/>
            </a:xfrm>
            <a:custGeom>
              <a:avLst/>
              <a:gdLst/>
              <a:ahLst/>
              <a:cxnLst/>
              <a:rect l="l" t="t" r="r" b="b"/>
              <a:pathLst>
                <a:path w="770254" h="808355">
                  <a:moveTo>
                    <a:pt x="0" y="404050"/>
                  </a:moveTo>
                  <a:lnTo>
                    <a:pt x="2957" y="354000"/>
                  </a:lnTo>
                  <a:lnTo>
                    <a:pt x="11702" y="304870"/>
                  </a:lnTo>
                  <a:lnTo>
                    <a:pt x="25800" y="258397"/>
                  </a:lnTo>
                  <a:lnTo>
                    <a:pt x="44925" y="214516"/>
                  </a:lnTo>
                  <a:lnTo>
                    <a:pt x="68722" y="173615"/>
                  </a:lnTo>
                  <a:lnTo>
                    <a:pt x="96839" y="136078"/>
                  </a:lnTo>
                  <a:lnTo>
                    <a:pt x="128921" y="102294"/>
                  </a:lnTo>
                  <a:lnTo>
                    <a:pt x="164617" y="72647"/>
                  </a:lnTo>
                  <a:lnTo>
                    <a:pt x="203570" y="47524"/>
                  </a:lnTo>
                  <a:lnTo>
                    <a:pt x="245430" y="27311"/>
                  </a:lnTo>
                  <a:lnTo>
                    <a:pt x="289841" y="12396"/>
                  </a:lnTo>
                  <a:lnTo>
                    <a:pt x="336451" y="3163"/>
                  </a:lnTo>
                  <a:lnTo>
                    <a:pt x="384905" y="0"/>
                  </a:lnTo>
                  <a:lnTo>
                    <a:pt x="433358" y="3163"/>
                  </a:lnTo>
                  <a:lnTo>
                    <a:pt x="479963" y="12396"/>
                  </a:lnTo>
                  <a:lnTo>
                    <a:pt x="497503" y="18287"/>
                  </a:lnTo>
                  <a:lnTo>
                    <a:pt x="384905" y="18287"/>
                  </a:lnTo>
                  <a:lnTo>
                    <a:pt x="384905" y="36575"/>
                  </a:lnTo>
                  <a:lnTo>
                    <a:pt x="337813" y="39913"/>
                  </a:lnTo>
                  <a:lnTo>
                    <a:pt x="292593" y="49641"/>
                  </a:lnTo>
                  <a:lnTo>
                    <a:pt x="249669" y="65329"/>
                  </a:lnTo>
                  <a:lnTo>
                    <a:pt x="209465" y="86550"/>
                  </a:lnTo>
                  <a:lnTo>
                    <a:pt x="172404" y="112875"/>
                  </a:lnTo>
                  <a:lnTo>
                    <a:pt x="138910" y="143875"/>
                  </a:lnTo>
                  <a:lnTo>
                    <a:pt x="109406" y="179121"/>
                  </a:lnTo>
                  <a:lnTo>
                    <a:pt x="84317" y="218185"/>
                  </a:lnTo>
                  <a:lnTo>
                    <a:pt x="64066" y="260639"/>
                  </a:lnTo>
                  <a:lnTo>
                    <a:pt x="49076" y="306054"/>
                  </a:lnTo>
                  <a:lnTo>
                    <a:pt x="39858" y="353550"/>
                  </a:lnTo>
                  <a:lnTo>
                    <a:pt x="39771" y="354000"/>
                  </a:lnTo>
                  <a:lnTo>
                    <a:pt x="37743" y="385762"/>
                  </a:lnTo>
                  <a:lnTo>
                    <a:pt x="18287" y="385762"/>
                  </a:lnTo>
                  <a:lnTo>
                    <a:pt x="11171" y="387200"/>
                  </a:lnTo>
                  <a:lnTo>
                    <a:pt x="5357" y="391120"/>
                  </a:lnTo>
                  <a:lnTo>
                    <a:pt x="1437" y="396933"/>
                  </a:lnTo>
                  <a:lnTo>
                    <a:pt x="0" y="404050"/>
                  </a:lnTo>
                  <a:close/>
                </a:path>
                <a:path w="770254" h="808355">
                  <a:moveTo>
                    <a:pt x="543470" y="771524"/>
                  </a:moveTo>
                  <a:lnTo>
                    <a:pt x="384905" y="771524"/>
                  </a:lnTo>
                  <a:lnTo>
                    <a:pt x="431995" y="768187"/>
                  </a:lnTo>
                  <a:lnTo>
                    <a:pt x="477210" y="758459"/>
                  </a:lnTo>
                  <a:lnTo>
                    <a:pt x="520126" y="742771"/>
                  </a:lnTo>
                  <a:lnTo>
                    <a:pt x="560320" y="721550"/>
                  </a:lnTo>
                  <a:lnTo>
                    <a:pt x="597370" y="695225"/>
                  </a:lnTo>
                  <a:lnTo>
                    <a:pt x="630852" y="664225"/>
                  </a:lnTo>
                  <a:lnTo>
                    <a:pt x="660344" y="628979"/>
                  </a:lnTo>
                  <a:lnTo>
                    <a:pt x="685422" y="589914"/>
                  </a:lnTo>
                  <a:lnTo>
                    <a:pt x="705664" y="547461"/>
                  </a:lnTo>
                  <a:lnTo>
                    <a:pt x="720646" y="502046"/>
                  </a:lnTo>
                  <a:lnTo>
                    <a:pt x="729858" y="454550"/>
                  </a:lnTo>
                  <a:lnTo>
                    <a:pt x="729945" y="454100"/>
                  </a:lnTo>
                  <a:lnTo>
                    <a:pt x="733139" y="404050"/>
                  </a:lnTo>
                  <a:lnTo>
                    <a:pt x="729943" y="354000"/>
                  </a:lnTo>
                  <a:lnTo>
                    <a:pt x="720639" y="306054"/>
                  </a:lnTo>
                  <a:lnTo>
                    <a:pt x="705650" y="260639"/>
                  </a:lnTo>
                  <a:lnTo>
                    <a:pt x="685401" y="218185"/>
                  </a:lnTo>
                  <a:lnTo>
                    <a:pt x="660315" y="179121"/>
                  </a:lnTo>
                  <a:lnTo>
                    <a:pt x="630817" y="143875"/>
                  </a:lnTo>
                  <a:lnTo>
                    <a:pt x="597329" y="112875"/>
                  </a:lnTo>
                  <a:lnTo>
                    <a:pt x="560278" y="86550"/>
                  </a:lnTo>
                  <a:lnTo>
                    <a:pt x="520085" y="65329"/>
                  </a:lnTo>
                  <a:lnTo>
                    <a:pt x="477177" y="49641"/>
                  </a:lnTo>
                  <a:lnTo>
                    <a:pt x="431975" y="39913"/>
                  </a:lnTo>
                  <a:lnTo>
                    <a:pt x="384905" y="36575"/>
                  </a:lnTo>
                  <a:lnTo>
                    <a:pt x="384905" y="18287"/>
                  </a:lnTo>
                  <a:lnTo>
                    <a:pt x="497503" y="18287"/>
                  </a:lnTo>
                  <a:lnTo>
                    <a:pt x="524367" y="27311"/>
                  </a:lnTo>
                  <a:lnTo>
                    <a:pt x="566218" y="47524"/>
                  </a:lnTo>
                  <a:lnTo>
                    <a:pt x="605162" y="72647"/>
                  </a:lnTo>
                  <a:lnTo>
                    <a:pt x="640846" y="102294"/>
                  </a:lnTo>
                  <a:lnTo>
                    <a:pt x="672918" y="136078"/>
                  </a:lnTo>
                  <a:lnTo>
                    <a:pt x="701024" y="173615"/>
                  </a:lnTo>
                  <a:lnTo>
                    <a:pt x="724811" y="214516"/>
                  </a:lnTo>
                  <a:lnTo>
                    <a:pt x="743927" y="258397"/>
                  </a:lnTo>
                  <a:lnTo>
                    <a:pt x="758018" y="304870"/>
                  </a:lnTo>
                  <a:lnTo>
                    <a:pt x="766732" y="353550"/>
                  </a:lnTo>
                  <a:lnTo>
                    <a:pt x="769743" y="404050"/>
                  </a:lnTo>
                  <a:lnTo>
                    <a:pt x="766757" y="454100"/>
                  </a:lnTo>
                  <a:lnTo>
                    <a:pt x="766730" y="454550"/>
                  </a:lnTo>
                  <a:lnTo>
                    <a:pt x="758012" y="503230"/>
                  </a:lnTo>
                  <a:lnTo>
                    <a:pt x="743914" y="549703"/>
                  </a:lnTo>
                  <a:lnTo>
                    <a:pt x="724790" y="593584"/>
                  </a:lnTo>
                  <a:lnTo>
                    <a:pt x="700992" y="634485"/>
                  </a:lnTo>
                  <a:lnTo>
                    <a:pt x="672876" y="672022"/>
                  </a:lnTo>
                  <a:lnTo>
                    <a:pt x="640793" y="705806"/>
                  </a:lnTo>
                  <a:lnTo>
                    <a:pt x="605098" y="735453"/>
                  </a:lnTo>
                  <a:lnTo>
                    <a:pt x="566144" y="760576"/>
                  </a:lnTo>
                  <a:lnTo>
                    <a:pt x="543470" y="771524"/>
                  </a:lnTo>
                  <a:close/>
                </a:path>
                <a:path w="770254" h="808355">
                  <a:moveTo>
                    <a:pt x="18287" y="422338"/>
                  </a:moveTo>
                  <a:lnTo>
                    <a:pt x="11171" y="420900"/>
                  </a:lnTo>
                  <a:lnTo>
                    <a:pt x="5357" y="416980"/>
                  </a:lnTo>
                  <a:lnTo>
                    <a:pt x="1437" y="411167"/>
                  </a:lnTo>
                  <a:lnTo>
                    <a:pt x="0" y="404050"/>
                  </a:lnTo>
                  <a:lnTo>
                    <a:pt x="1437" y="396933"/>
                  </a:lnTo>
                  <a:lnTo>
                    <a:pt x="5357" y="391120"/>
                  </a:lnTo>
                  <a:lnTo>
                    <a:pt x="11171" y="387200"/>
                  </a:lnTo>
                  <a:lnTo>
                    <a:pt x="18287" y="385762"/>
                  </a:lnTo>
                  <a:lnTo>
                    <a:pt x="25404" y="387200"/>
                  </a:lnTo>
                  <a:lnTo>
                    <a:pt x="31218" y="391120"/>
                  </a:lnTo>
                  <a:lnTo>
                    <a:pt x="35138" y="396933"/>
                  </a:lnTo>
                  <a:lnTo>
                    <a:pt x="36575" y="404050"/>
                  </a:lnTo>
                  <a:lnTo>
                    <a:pt x="35138" y="411167"/>
                  </a:lnTo>
                  <a:lnTo>
                    <a:pt x="31218" y="416980"/>
                  </a:lnTo>
                  <a:lnTo>
                    <a:pt x="25404" y="420900"/>
                  </a:lnTo>
                  <a:lnTo>
                    <a:pt x="18287" y="422338"/>
                  </a:lnTo>
                  <a:close/>
                </a:path>
                <a:path w="770254" h="808355">
                  <a:moveTo>
                    <a:pt x="36575" y="404050"/>
                  </a:moveTo>
                  <a:lnTo>
                    <a:pt x="35138" y="396933"/>
                  </a:lnTo>
                  <a:lnTo>
                    <a:pt x="31218" y="391120"/>
                  </a:lnTo>
                  <a:lnTo>
                    <a:pt x="25404" y="387200"/>
                  </a:lnTo>
                  <a:lnTo>
                    <a:pt x="18287" y="385762"/>
                  </a:lnTo>
                  <a:lnTo>
                    <a:pt x="37743" y="385762"/>
                  </a:lnTo>
                  <a:lnTo>
                    <a:pt x="36575" y="404050"/>
                  </a:lnTo>
                  <a:close/>
                </a:path>
                <a:path w="770254" h="808355">
                  <a:moveTo>
                    <a:pt x="384809" y="808100"/>
                  </a:moveTo>
                  <a:lnTo>
                    <a:pt x="336375" y="804937"/>
                  </a:lnTo>
                  <a:lnTo>
                    <a:pt x="289783" y="795704"/>
                  </a:lnTo>
                  <a:lnTo>
                    <a:pt x="245386" y="780789"/>
                  </a:lnTo>
                  <a:lnTo>
                    <a:pt x="203539" y="760576"/>
                  </a:lnTo>
                  <a:lnTo>
                    <a:pt x="164594" y="735453"/>
                  </a:lnTo>
                  <a:lnTo>
                    <a:pt x="128907" y="705806"/>
                  </a:lnTo>
                  <a:lnTo>
                    <a:pt x="96829" y="672022"/>
                  </a:lnTo>
                  <a:lnTo>
                    <a:pt x="68716" y="634485"/>
                  </a:lnTo>
                  <a:lnTo>
                    <a:pt x="44922" y="593584"/>
                  </a:lnTo>
                  <a:lnTo>
                    <a:pt x="25799" y="549703"/>
                  </a:lnTo>
                  <a:lnTo>
                    <a:pt x="11702" y="503230"/>
                  </a:lnTo>
                  <a:lnTo>
                    <a:pt x="2984" y="454550"/>
                  </a:lnTo>
                  <a:lnTo>
                    <a:pt x="0" y="404050"/>
                  </a:lnTo>
                  <a:lnTo>
                    <a:pt x="1437" y="411167"/>
                  </a:lnTo>
                  <a:lnTo>
                    <a:pt x="5357" y="416980"/>
                  </a:lnTo>
                  <a:lnTo>
                    <a:pt x="11171" y="420900"/>
                  </a:lnTo>
                  <a:lnTo>
                    <a:pt x="18287" y="422338"/>
                  </a:lnTo>
                  <a:lnTo>
                    <a:pt x="37743" y="422338"/>
                  </a:lnTo>
                  <a:lnTo>
                    <a:pt x="39771" y="454100"/>
                  </a:lnTo>
                  <a:lnTo>
                    <a:pt x="49076" y="502046"/>
                  </a:lnTo>
                  <a:lnTo>
                    <a:pt x="64066" y="547461"/>
                  </a:lnTo>
                  <a:lnTo>
                    <a:pt x="84317" y="589914"/>
                  </a:lnTo>
                  <a:lnTo>
                    <a:pt x="109406" y="628979"/>
                  </a:lnTo>
                  <a:lnTo>
                    <a:pt x="138910" y="664225"/>
                  </a:lnTo>
                  <a:lnTo>
                    <a:pt x="172404" y="695225"/>
                  </a:lnTo>
                  <a:lnTo>
                    <a:pt x="209465" y="721550"/>
                  </a:lnTo>
                  <a:lnTo>
                    <a:pt x="249669" y="742771"/>
                  </a:lnTo>
                  <a:lnTo>
                    <a:pt x="292593" y="758459"/>
                  </a:lnTo>
                  <a:lnTo>
                    <a:pt x="337813" y="768187"/>
                  </a:lnTo>
                  <a:lnTo>
                    <a:pt x="384905" y="771524"/>
                  </a:lnTo>
                  <a:lnTo>
                    <a:pt x="543470" y="771524"/>
                  </a:lnTo>
                  <a:lnTo>
                    <a:pt x="524285" y="780789"/>
                  </a:lnTo>
                  <a:lnTo>
                    <a:pt x="497416" y="789812"/>
                  </a:lnTo>
                  <a:lnTo>
                    <a:pt x="384809" y="789812"/>
                  </a:lnTo>
                  <a:lnTo>
                    <a:pt x="384809" y="808100"/>
                  </a:lnTo>
                  <a:close/>
                </a:path>
                <a:path w="770254" h="808355">
                  <a:moveTo>
                    <a:pt x="37743" y="422338"/>
                  </a:moveTo>
                  <a:lnTo>
                    <a:pt x="18287" y="422338"/>
                  </a:lnTo>
                  <a:lnTo>
                    <a:pt x="25404" y="420900"/>
                  </a:lnTo>
                  <a:lnTo>
                    <a:pt x="31218" y="416980"/>
                  </a:lnTo>
                  <a:lnTo>
                    <a:pt x="35138" y="411167"/>
                  </a:lnTo>
                  <a:lnTo>
                    <a:pt x="36575" y="404050"/>
                  </a:lnTo>
                  <a:lnTo>
                    <a:pt x="37651" y="420900"/>
                  </a:lnTo>
                  <a:lnTo>
                    <a:pt x="37743" y="422338"/>
                  </a:lnTo>
                  <a:close/>
                </a:path>
                <a:path w="770254" h="808355">
                  <a:moveTo>
                    <a:pt x="384809" y="808100"/>
                  </a:moveTo>
                  <a:lnTo>
                    <a:pt x="384809" y="789812"/>
                  </a:lnTo>
                  <a:lnTo>
                    <a:pt x="497416" y="789812"/>
                  </a:lnTo>
                  <a:lnTo>
                    <a:pt x="479873" y="795704"/>
                  </a:lnTo>
                  <a:lnTo>
                    <a:pt x="433264" y="804937"/>
                  </a:lnTo>
                  <a:lnTo>
                    <a:pt x="384809" y="808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8021992" y="659796"/>
            <a:ext cx="75660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u="sng" spc="-114" dirty="0">
                <a:solidFill>
                  <a:srgbClr val="EC7D31"/>
                </a:solidFill>
                <a:uFill>
                  <a:solidFill>
                    <a:srgbClr val="EC7D3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FUNNEL</a:t>
            </a:r>
            <a:r>
              <a:rPr lang="en-IN" sz="3600" u="sng" spc="-185" dirty="0">
                <a:solidFill>
                  <a:srgbClr val="EC7D31"/>
                </a:solidFill>
                <a:uFill>
                  <a:solidFill>
                    <a:srgbClr val="EC7D3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u="sng" spc="-254" dirty="0">
                <a:solidFill>
                  <a:srgbClr val="EC7D31"/>
                </a:solidFill>
                <a:uFill>
                  <a:solidFill>
                    <a:srgbClr val="EC7D3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IN" sz="3600" u="sng" spc="-185" dirty="0">
                <a:solidFill>
                  <a:srgbClr val="EC7D31"/>
                </a:solidFill>
                <a:uFill>
                  <a:solidFill>
                    <a:srgbClr val="EC7D3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u="sng" spc="-500" dirty="0">
                <a:solidFill>
                  <a:srgbClr val="EC7D31"/>
                </a:solidFill>
                <a:uFill>
                  <a:solidFill>
                    <a:srgbClr val="EC7D3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3600" u="sng" spc="-185" dirty="0">
                <a:solidFill>
                  <a:srgbClr val="EC7D31"/>
                </a:solidFill>
                <a:uFill>
                  <a:solidFill>
                    <a:srgbClr val="EC7D3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u="sng" spc="-130" dirty="0">
                <a:solidFill>
                  <a:srgbClr val="EC7D31"/>
                </a:solidFill>
                <a:uFill>
                  <a:solidFill>
                    <a:srgbClr val="EC7D3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6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015218" y="2182145"/>
            <a:ext cx="123825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b="1" spc="-6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19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0243" y="2035829"/>
            <a:ext cx="8557260" cy="196977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00"/>
              </a:spcBef>
            </a:pPr>
            <a:r>
              <a:rPr sz="2800" b="1" spc="-16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TOFU</a:t>
            </a:r>
            <a:r>
              <a:rPr lang="en-US" sz="2800" b="1" spc="-16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IN" sz="2800" b="1" spc="-14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</a:t>
            </a:r>
            <a:r>
              <a:rPr lang="en-IN" sz="2800" b="1" spc="-11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1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2180"/>
              </a:lnSpc>
              <a:spcBef>
                <a:spcPts val="545"/>
              </a:spcBef>
            </a:pP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</a:t>
            </a:r>
            <a:r>
              <a:rPr sz="2000" spc="-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sz="2000" spc="-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000" spc="-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sugar-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sz="2000" spc="-9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alternative</a:t>
            </a:r>
            <a:r>
              <a:rPr sz="2000" spc="-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6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2000" spc="-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sz="2000" spc="-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wellness </a:t>
            </a:r>
            <a:r>
              <a:rPr sz="2000" spc="-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reels</a:t>
            </a:r>
            <a:r>
              <a:rPr sz="2000" spc="-9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9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influencer</a:t>
            </a:r>
            <a:r>
              <a:rPr sz="2000" spc="-9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325120" indent="66040">
              <a:lnSpc>
                <a:spcPts val="2180"/>
              </a:lnSpc>
              <a:spcBef>
                <a:spcPts val="2165"/>
              </a:spcBef>
            </a:pPr>
            <a:r>
              <a:rPr sz="2000" b="1" spc="-11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sz="2000" b="1" spc="-5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2000" spc="-7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sz="2000" spc="-7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visibility</a:t>
            </a:r>
            <a:r>
              <a:rPr sz="2000" spc="-7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7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</a:t>
            </a:r>
            <a:r>
              <a:rPr sz="2000" spc="-7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curiosity</a:t>
            </a:r>
            <a:r>
              <a:rPr sz="2000" spc="-7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health-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conscious</a:t>
            </a:r>
            <a:r>
              <a:rPr sz="2000" spc="9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audiences.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325086" y="4319968"/>
            <a:ext cx="10113010" cy="2397760"/>
            <a:chOff x="7325086" y="4319968"/>
            <a:chExt cx="10113010" cy="2118995"/>
          </a:xfrm>
        </p:grpSpPr>
        <p:sp>
          <p:nvSpPr>
            <p:cNvPr id="12" name="object 12"/>
            <p:cNvSpPr/>
            <p:nvPr/>
          </p:nvSpPr>
          <p:spPr>
            <a:xfrm>
              <a:off x="7325086" y="4319968"/>
              <a:ext cx="10113010" cy="2118995"/>
            </a:xfrm>
            <a:custGeom>
              <a:avLst/>
              <a:gdLst/>
              <a:ahLst/>
              <a:cxnLst/>
              <a:rect l="l" t="t" r="r" b="b"/>
              <a:pathLst>
                <a:path w="10113010" h="2118995">
                  <a:moveTo>
                    <a:pt x="10110692" y="2118550"/>
                  </a:moveTo>
                  <a:lnTo>
                    <a:pt x="4095" y="2118550"/>
                  </a:lnTo>
                  <a:lnTo>
                    <a:pt x="0" y="2114454"/>
                  </a:lnTo>
                  <a:lnTo>
                    <a:pt x="0" y="4095"/>
                  </a:lnTo>
                  <a:lnTo>
                    <a:pt x="4095" y="0"/>
                  </a:lnTo>
                  <a:lnTo>
                    <a:pt x="10110692" y="0"/>
                  </a:lnTo>
                  <a:lnTo>
                    <a:pt x="10112767" y="2074"/>
                  </a:lnTo>
                  <a:lnTo>
                    <a:pt x="10112767" y="9144"/>
                  </a:lnTo>
                  <a:lnTo>
                    <a:pt x="9144" y="9144"/>
                  </a:lnTo>
                  <a:lnTo>
                    <a:pt x="9144" y="18288"/>
                  </a:lnTo>
                  <a:lnTo>
                    <a:pt x="18288" y="18288"/>
                  </a:lnTo>
                  <a:lnTo>
                    <a:pt x="18288" y="2100262"/>
                  </a:lnTo>
                  <a:lnTo>
                    <a:pt x="9144" y="2100262"/>
                  </a:lnTo>
                  <a:lnTo>
                    <a:pt x="9144" y="2109406"/>
                  </a:lnTo>
                  <a:lnTo>
                    <a:pt x="10112767" y="2109406"/>
                  </a:lnTo>
                  <a:lnTo>
                    <a:pt x="10112767" y="2116475"/>
                  </a:lnTo>
                  <a:lnTo>
                    <a:pt x="10110692" y="2118550"/>
                  </a:lnTo>
                  <a:close/>
                </a:path>
                <a:path w="10113010" h="2118995">
                  <a:moveTo>
                    <a:pt x="18288" y="18288"/>
                  </a:moveTo>
                  <a:lnTo>
                    <a:pt x="9144" y="18288"/>
                  </a:lnTo>
                  <a:lnTo>
                    <a:pt x="9144" y="9144"/>
                  </a:lnTo>
                  <a:lnTo>
                    <a:pt x="18288" y="9144"/>
                  </a:lnTo>
                  <a:lnTo>
                    <a:pt x="18288" y="18288"/>
                  </a:lnTo>
                  <a:close/>
                </a:path>
                <a:path w="10113010" h="2118995">
                  <a:moveTo>
                    <a:pt x="10096500" y="18288"/>
                  </a:moveTo>
                  <a:lnTo>
                    <a:pt x="18288" y="18288"/>
                  </a:lnTo>
                  <a:lnTo>
                    <a:pt x="18288" y="9144"/>
                  </a:lnTo>
                  <a:lnTo>
                    <a:pt x="10096500" y="9144"/>
                  </a:lnTo>
                  <a:lnTo>
                    <a:pt x="10096500" y="18288"/>
                  </a:lnTo>
                  <a:close/>
                </a:path>
                <a:path w="10113010" h="2118995">
                  <a:moveTo>
                    <a:pt x="10105644" y="2109406"/>
                  </a:moveTo>
                  <a:lnTo>
                    <a:pt x="10096500" y="2109406"/>
                  </a:lnTo>
                  <a:lnTo>
                    <a:pt x="10096500" y="9144"/>
                  </a:lnTo>
                  <a:lnTo>
                    <a:pt x="10105644" y="9144"/>
                  </a:lnTo>
                  <a:lnTo>
                    <a:pt x="10105644" y="18288"/>
                  </a:lnTo>
                  <a:lnTo>
                    <a:pt x="10112767" y="18288"/>
                  </a:lnTo>
                  <a:lnTo>
                    <a:pt x="10112767" y="2100262"/>
                  </a:lnTo>
                  <a:lnTo>
                    <a:pt x="10105644" y="2100262"/>
                  </a:lnTo>
                  <a:lnTo>
                    <a:pt x="10105644" y="2109406"/>
                  </a:lnTo>
                  <a:close/>
                </a:path>
                <a:path w="10113010" h="2118995">
                  <a:moveTo>
                    <a:pt x="10112767" y="18288"/>
                  </a:moveTo>
                  <a:lnTo>
                    <a:pt x="10105644" y="18288"/>
                  </a:lnTo>
                  <a:lnTo>
                    <a:pt x="10105644" y="9144"/>
                  </a:lnTo>
                  <a:lnTo>
                    <a:pt x="10112767" y="9144"/>
                  </a:lnTo>
                  <a:lnTo>
                    <a:pt x="10112767" y="18288"/>
                  </a:lnTo>
                  <a:close/>
                </a:path>
                <a:path w="10113010" h="2118995">
                  <a:moveTo>
                    <a:pt x="18288" y="2109406"/>
                  </a:moveTo>
                  <a:lnTo>
                    <a:pt x="9144" y="2109406"/>
                  </a:lnTo>
                  <a:lnTo>
                    <a:pt x="9144" y="2100262"/>
                  </a:lnTo>
                  <a:lnTo>
                    <a:pt x="18288" y="2100262"/>
                  </a:lnTo>
                  <a:lnTo>
                    <a:pt x="18288" y="2109406"/>
                  </a:lnTo>
                  <a:close/>
                </a:path>
                <a:path w="10113010" h="2118995">
                  <a:moveTo>
                    <a:pt x="10096500" y="2109406"/>
                  </a:moveTo>
                  <a:lnTo>
                    <a:pt x="18288" y="2109406"/>
                  </a:lnTo>
                  <a:lnTo>
                    <a:pt x="18288" y="2100262"/>
                  </a:lnTo>
                  <a:lnTo>
                    <a:pt x="10096500" y="2100262"/>
                  </a:lnTo>
                  <a:lnTo>
                    <a:pt x="10096500" y="2109406"/>
                  </a:lnTo>
                  <a:close/>
                </a:path>
                <a:path w="10113010" h="2118995">
                  <a:moveTo>
                    <a:pt x="10112767" y="2109406"/>
                  </a:moveTo>
                  <a:lnTo>
                    <a:pt x="10105644" y="2109406"/>
                  </a:lnTo>
                  <a:lnTo>
                    <a:pt x="10105644" y="2100262"/>
                  </a:lnTo>
                  <a:lnTo>
                    <a:pt x="10112767" y="2100262"/>
                  </a:lnTo>
                  <a:lnTo>
                    <a:pt x="10112767" y="2109406"/>
                  </a:lnTo>
                  <a:close/>
                </a:path>
              </a:pathLst>
            </a:custGeom>
            <a:solidFill>
              <a:srgbClr val="FF6D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636231" y="4700587"/>
              <a:ext cx="750256" cy="649877"/>
            </a:xfrm>
            <a:custGeom>
              <a:avLst/>
              <a:gdLst/>
              <a:ahLst/>
              <a:cxnLst/>
              <a:rect l="l" t="t" r="r" b="b"/>
              <a:pathLst>
                <a:path w="771525" h="771525">
                  <a:moveTo>
                    <a:pt x="385762" y="771524"/>
                  </a:moveTo>
                  <a:lnTo>
                    <a:pt x="337368" y="768519"/>
                  </a:lnTo>
                  <a:lnTo>
                    <a:pt x="290769" y="759744"/>
                  </a:lnTo>
                  <a:lnTo>
                    <a:pt x="246327" y="745561"/>
                  </a:lnTo>
                  <a:lnTo>
                    <a:pt x="204403" y="726331"/>
                  </a:lnTo>
                  <a:lnTo>
                    <a:pt x="165357" y="702415"/>
                  </a:lnTo>
                  <a:lnTo>
                    <a:pt x="129552" y="674175"/>
                  </a:lnTo>
                  <a:lnTo>
                    <a:pt x="97349" y="641972"/>
                  </a:lnTo>
                  <a:lnTo>
                    <a:pt x="69109" y="606167"/>
                  </a:lnTo>
                  <a:lnTo>
                    <a:pt x="45193" y="567121"/>
                  </a:lnTo>
                  <a:lnTo>
                    <a:pt x="25963" y="525197"/>
                  </a:lnTo>
                  <a:lnTo>
                    <a:pt x="11780" y="480755"/>
                  </a:lnTo>
                  <a:lnTo>
                    <a:pt x="3005" y="434156"/>
                  </a:lnTo>
                  <a:lnTo>
                    <a:pt x="0" y="385762"/>
                  </a:lnTo>
                  <a:lnTo>
                    <a:pt x="3005" y="337368"/>
                  </a:lnTo>
                  <a:lnTo>
                    <a:pt x="11780" y="290769"/>
                  </a:lnTo>
                  <a:lnTo>
                    <a:pt x="25963" y="246327"/>
                  </a:lnTo>
                  <a:lnTo>
                    <a:pt x="45193" y="204403"/>
                  </a:lnTo>
                  <a:lnTo>
                    <a:pt x="69109" y="165357"/>
                  </a:lnTo>
                  <a:lnTo>
                    <a:pt x="97349" y="129552"/>
                  </a:lnTo>
                  <a:lnTo>
                    <a:pt x="129552" y="97349"/>
                  </a:lnTo>
                  <a:lnTo>
                    <a:pt x="165357" y="69109"/>
                  </a:lnTo>
                  <a:lnTo>
                    <a:pt x="204403" y="45193"/>
                  </a:lnTo>
                  <a:lnTo>
                    <a:pt x="246327" y="25963"/>
                  </a:lnTo>
                  <a:lnTo>
                    <a:pt x="290769" y="11780"/>
                  </a:lnTo>
                  <a:lnTo>
                    <a:pt x="337368" y="3005"/>
                  </a:lnTo>
                  <a:lnTo>
                    <a:pt x="385762" y="0"/>
                  </a:lnTo>
                  <a:lnTo>
                    <a:pt x="434156" y="3005"/>
                  </a:lnTo>
                  <a:lnTo>
                    <a:pt x="480754" y="11780"/>
                  </a:lnTo>
                  <a:lnTo>
                    <a:pt x="525197" y="25963"/>
                  </a:lnTo>
                  <a:lnTo>
                    <a:pt x="567121" y="45193"/>
                  </a:lnTo>
                  <a:lnTo>
                    <a:pt x="606167" y="69109"/>
                  </a:lnTo>
                  <a:lnTo>
                    <a:pt x="641972" y="97349"/>
                  </a:lnTo>
                  <a:lnTo>
                    <a:pt x="674175" y="129552"/>
                  </a:lnTo>
                  <a:lnTo>
                    <a:pt x="702415" y="165357"/>
                  </a:lnTo>
                  <a:lnTo>
                    <a:pt x="726331" y="204403"/>
                  </a:lnTo>
                  <a:lnTo>
                    <a:pt x="745561" y="246327"/>
                  </a:lnTo>
                  <a:lnTo>
                    <a:pt x="759744" y="290769"/>
                  </a:lnTo>
                  <a:lnTo>
                    <a:pt x="768519" y="337368"/>
                  </a:lnTo>
                  <a:lnTo>
                    <a:pt x="771524" y="385762"/>
                  </a:lnTo>
                  <a:lnTo>
                    <a:pt x="768519" y="434156"/>
                  </a:lnTo>
                  <a:lnTo>
                    <a:pt x="759744" y="480755"/>
                  </a:lnTo>
                  <a:lnTo>
                    <a:pt x="745561" y="525197"/>
                  </a:lnTo>
                  <a:lnTo>
                    <a:pt x="726331" y="567121"/>
                  </a:lnTo>
                  <a:lnTo>
                    <a:pt x="702415" y="606167"/>
                  </a:lnTo>
                  <a:lnTo>
                    <a:pt x="674175" y="641972"/>
                  </a:lnTo>
                  <a:lnTo>
                    <a:pt x="641972" y="674175"/>
                  </a:lnTo>
                  <a:lnTo>
                    <a:pt x="606167" y="702415"/>
                  </a:lnTo>
                  <a:lnTo>
                    <a:pt x="567121" y="726331"/>
                  </a:lnTo>
                  <a:lnTo>
                    <a:pt x="525197" y="745561"/>
                  </a:lnTo>
                  <a:lnTo>
                    <a:pt x="480754" y="759744"/>
                  </a:lnTo>
                  <a:lnTo>
                    <a:pt x="434156" y="768519"/>
                  </a:lnTo>
                  <a:lnTo>
                    <a:pt x="385762" y="771524"/>
                  </a:lnTo>
                  <a:close/>
                </a:path>
              </a:pathLst>
            </a:custGeom>
            <a:solidFill>
              <a:srgbClr val="F57C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7617942" y="4682299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4" h="808354">
                  <a:moveTo>
                    <a:pt x="0" y="404050"/>
                  </a:moveTo>
                  <a:lnTo>
                    <a:pt x="2659" y="357950"/>
                  </a:lnTo>
                  <a:lnTo>
                    <a:pt x="10670" y="311399"/>
                  </a:lnTo>
                  <a:lnTo>
                    <a:pt x="23553" y="267773"/>
                  </a:lnTo>
                  <a:lnTo>
                    <a:pt x="41064" y="226350"/>
                  </a:lnTo>
                  <a:lnTo>
                    <a:pt x="62900" y="187435"/>
                  </a:lnTo>
                  <a:lnTo>
                    <a:pt x="88759" y="151329"/>
                  </a:lnTo>
                  <a:lnTo>
                    <a:pt x="118336" y="118336"/>
                  </a:lnTo>
                  <a:lnTo>
                    <a:pt x="151329" y="88759"/>
                  </a:lnTo>
                  <a:lnTo>
                    <a:pt x="187434" y="62901"/>
                  </a:lnTo>
                  <a:lnTo>
                    <a:pt x="226350" y="41064"/>
                  </a:lnTo>
                  <a:lnTo>
                    <a:pt x="267772" y="23553"/>
                  </a:lnTo>
                  <a:lnTo>
                    <a:pt x="311399" y="10670"/>
                  </a:lnTo>
                  <a:lnTo>
                    <a:pt x="356925" y="2718"/>
                  </a:lnTo>
                  <a:lnTo>
                    <a:pt x="404052" y="0"/>
                  </a:lnTo>
                  <a:lnTo>
                    <a:pt x="404050" y="36576"/>
                  </a:lnTo>
                  <a:lnTo>
                    <a:pt x="357949" y="39438"/>
                  </a:lnTo>
                  <a:lnTo>
                    <a:pt x="313559" y="47797"/>
                  </a:lnTo>
                  <a:lnTo>
                    <a:pt x="271223" y="61307"/>
                  </a:lnTo>
                  <a:lnTo>
                    <a:pt x="231286" y="79626"/>
                  </a:lnTo>
                  <a:lnTo>
                    <a:pt x="194092" y="102407"/>
                  </a:lnTo>
                  <a:lnTo>
                    <a:pt x="159985" y="129308"/>
                  </a:lnTo>
                  <a:lnTo>
                    <a:pt x="129308" y="159985"/>
                  </a:lnTo>
                  <a:lnTo>
                    <a:pt x="102407" y="194092"/>
                  </a:lnTo>
                  <a:lnTo>
                    <a:pt x="79626" y="231286"/>
                  </a:lnTo>
                  <a:lnTo>
                    <a:pt x="61307" y="271224"/>
                  </a:lnTo>
                  <a:lnTo>
                    <a:pt x="47797" y="313559"/>
                  </a:lnTo>
                  <a:lnTo>
                    <a:pt x="39438" y="357950"/>
                  </a:lnTo>
                  <a:lnTo>
                    <a:pt x="37711" y="385762"/>
                  </a:lnTo>
                  <a:lnTo>
                    <a:pt x="18287" y="385762"/>
                  </a:lnTo>
                  <a:lnTo>
                    <a:pt x="11171" y="387200"/>
                  </a:lnTo>
                  <a:lnTo>
                    <a:pt x="5357" y="391120"/>
                  </a:lnTo>
                  <a:lnTo>
                    <a:pt x="1437" y="396933"/>
                  </a:lnTo>
                  <a:lnTo>
                    <a:pt x="0" y="404050"/>
                  </a:lnTo>
                  <a:close/>
                </a:path>
                <a:path w="808354" h="808354">
                  <a:moveTo>
                    <a:pt x="571132" y="771525"/>
                  </a:moveTo>
                  <a:lnTo>
                    <a:pt x="404050" y="771525"/>
                  </a:lnTo>
                  <a:lnTo>
                    <a:pt x="450151" y="768662"/>
                  </a:lnTo>
                  <a:lnTo>
                    <a:pt x="494541" y="760303"/>
                  </a:lnTo>
                  <a:lnTo>
                    <a:pt x="536876" y="746793"/>
                  </a:lnTo>
                  <a:lnTo>
                    <a:pt x="576814" y="728475"/>
                  </a:lnTo>
                  <a:lnTo>
                    <a:pt x="614008" y="705693"/>
                  </a:lnTo>
                  <a:lnTo>
                    <a:pt x="648115" y="678792"/>
                  </a:lnTo>
                  <a:lnTo>
                    <a:pt x="678792" y="648115"/>
                  </a:lnTo>
                  <a:lnTo>
                    <a:pt x="705693" y="614008"/>
                  </a:lnTo>
                  <a:lnTo>
                    <a:pt x="728474" y="576814"/>
                  </a:lnTo>
                  <a:lnTo>
                    <a:pt x="746793" y="536877"/>
                  </a:lnTo>
                  <a:lnTo>
                    <a:pt x="760303" y="494541"/>
                  </a:lnTo>
                  <a:lnTo>
                    <a:pt x="768662" y="450151"/>
                  </a:lnTo>
                  <a:lnTo>
                    <a:pt x="771524" y="404050"/>
                  </a:lnTo>
                  <a:lnTo>
                    <a:pt x="768662" y="357950"/>
                  </a:lnTo>
                  <a:lnTo>
                    <a:pt x="760303" y="313559"/>
                  </a:lnTo>
                  <a:lnTo>
                    <a:pt x="746793" y="271224"/>
                  </a:lnTo>
                  <a:lnTo>
                    <a:pt x="728474" y="231286"/>
                  </a:lnTo>
                  <a:lnTo>
                    <a:pt x="705693" y="194092"/>
                  </a:lnTo>
                  <a:lnTo>
                    <a:pt x="678792" y="159985"/>
                  </a:lnTo>
                  <a:lnTo>
                    <a:pt x="648115" y="129308"/>
                  </a:lnTo>
                  <a:lnTo>
                    <a:pt x="614008" y="102407"/>
                  </a:lnTo>
                  <a:lnTo>
                    <a:pt x="576814" y="79626"/>
                  </a:lnTo>
                  <a:lnTo>
                    <a:pt x="536876" y="61307"/>
                  </a:lnTo>
                  <a:lnTo>
                    <a:pt x="494541" y="47797"/>
                  </a:lnTo>
                  <a:lnTo>
                    <a:pt x="450151" y="39438"/>
                  </a:lnTo>
                  <a:lnTo>
                    <a:pt x="404050" y="36576"/>
                  </a:lnTo>
                  <a:lnTo>
                    <a:pt x="404050" y="0"/>
                  </a:lnTo>
                  <a:lnTo>
                    <a:pt x="451174" y="2718"/>
                  </a:lnTo>
                  <a:lnTo>
                    <a:pt x="496701" y="10670"/>
                  </a:lnTo>
                  <a:lnTo>
                    <a:pt x="540327" y="23553"/>
                  </a:lnTo>
                  <a:lnTo>
                    <a:pt x="581750" y="41064"/>
                  </a:lnTo>
                  <a:lnTo>
                    <a:pt x="620665" y="62901"/>
                  </a:lnTo>
                  <a:lnTo>
                    <a:pt x="656771" y="88759"/>
                  </a:lnTo>
                  <a:lnTo>
                    <a:pt x="689764" y="118336"/>
                  </a:lnTo>
                  <a:lnTo>
                    <a:pt x="719341" y="151329"/>
                  </a:lnTo>
                  <a:lnTo>
                    <a:pt x="745200" y="187435"/>
                  </a:lnTo>
                  <a:lnTo>
                    <a:pt x="767036" y="226350"/>
                  </a:lnTo>
                  <a:lnTo>
                    <a:pt x="784547" y="267773"/>
                  </a:lnTo>
                  <a:lnTo>
                    <a:pt x="797430" y="311399"/>
                  </a:lnTo>
                  <a:lnTo>
                    <a:pt x="805382" y="356926"/>
                  </a:lnTo>
                  <a:lnTo>
                    <a:pt x="808100" y="404050"/>
                  </a:lnTo>
                  <a:lnTo>
                    <a:pt x="805441" y="450151"/>
                  </a:lnTo>
                  <a:lnTo>
                    <a:pt x="805382" y="451175"/>
                  </a:lnTo>
                  <a:lnTo>
                    <a:pt x="797430" y="496701"/>
                  </a:lnTo>
                  <a:lnTo>
                    <a:pt x="784547" y="540328"/>
                  </a:lnTo>
                  <a:lnTo>
                    <a:pt x="767036" y="581750"/>
                  </a:lnTo>
                  <a:lnTo>
                    <a:pt x="745200" y="620666"/>
                  </a:lnTo>
                  <a:lnTo>
                    <a:pt x="719341" y="656771"/>
                  </a:lnTo>
                  <a:lnTo>
                    <a:pt x="689764" y="689764"/>
                  </a:lnTo>
                  <a:lnTo>
                    <a:pt x="656771" y="719342"/>
                  </a:lnTo>
                  <a:lnTo>
                    <a:pt x="620665" y="745200"/>
                  </a:lnTo>
                  <a:lnTo>
                    <a:pt x="581750" y="767036"/>
                  </a:lnTo>
                  <a:lnTo>
                    <a:pt x="571132" y="771525"/>
                  </a:lnTo>
                  <a:close/>
                </a:path>
                <a:path w="808354" h="808354">
                  <a:moveTo>
                    <a:pt x="18287" y="422338"/>
                  </a:moveTo>
                  <a:lnTo>
                    <a:pt x="11171" y="420900"/>
                  </a:lnTo>
                  <a:lnTo>
                    <a:pt x="5357" y="416980"/>
                  </a:lnTo>
                  <a:lnTo>
                    <a:pt x="1437" y="411167"/>
                  </a:lnTo>
                  <a:lnTo>
                    <a:pt x="0" y="404050"/>
                  </a:lnTo>
                  <a:lnTo>
                    <a:pt x="1437" y="396933"/>
                  </a:lnTo>
                  <a:lnTo>
                    <a:pt x="5357" y="391120"/>
                  </a:lnTo>
                  <a:lnTo>
                    <a:pt x="11171" y="387200"/>
                  </a:lnTo>
                  <a:lnTo>
                    <a:pt x="18287" y="385762"/>
                  </a:lnTo>
                  <a:lnTo>
                    <a:pt x="25404" y="387200"/>
                  </a:lnTo>
                  <a:lnTo>
                    <a:pt x="31218" y="391120"/>
                  </a:lnTo>
                  <a:lnTo>
                    <a:pt x="35138" y="396933"/>
                  </a:lnTo>
                  <a:lnTo>
                    <a:pt x="36575" y="404050"/>
                  </a:lnTo>
                  <a:lnTo>
                    <a:pt x="35138" y="411167"/>
                  </a:lnTo>
                  <a:lnTo>
                    <a:pt x="31218" y="416980"/>
                  </a:lnTo>
                  <a:lnTo>
                    <a:pt x="25404" y="420900"/>
                  </a:lnTo>
                  <a:lnTo>
                    <a:pt x="18287" y="422338"/>
                  </a:lnTo>
                  <a:close/>
                </a:path>
                <a:path w="808354" h="808354">
                  <a:moveTo>
                    <a:pt x="36575" y="404050"/>
                  </a:moveTo>
                  <a:lnTo>
                    <a:pt x="35138" y="396933"/>
                  </a:lnTo>
                  <a:lnTo>
                    <a:pt x="31218" y="391120"/>
                  </a:lnTo>
                  <a:lnTo>
                    <a:pt x="25404" y="387200"/>
                  </a:lnTo>
                  <a:lnTo>
                    <a:pt x="18287" y="385762"/>
                  </a:lnTo>
                  <a:lnTo>
                    <a:pt x="37711" y="385762"/>
                  </a:lnTo>
                  <a:lnTo>
                    <a:pt x="36575" y="404050"/>
                  </a:lnTo>
                  <a:close/>
                </a:path>
                <a:path w="808354" h="808354">
                  <a:moveTo>
                    <a:pt x="404050" y="808101"/>
                  </a:moveTo>
                  <a:lnTo>
                    <a:pt x="356925" y="805383"/>
                  </a:lnTo>
                  <a:lnTo>
                    <a:pt x="311399" y="797430"/>
                  </a:lnTo>
                  <a:lnTo>
                    <a:pt x="267772" y="784547"/>
                  </a:lnTo>
                  <a:lnTo>
                    <a:pt x="226350" y="767036"/>
                  </a:lnTo>
                  <a:lnTo>
                    <a:pt x="187434" y="745200"/>
                  </a:lnTo>
                  <a:lnTo>
                    <a:pt x="151329" y="719342"/>
                  </a:lnTo>
                  <a:lnTo>
                    <a:pt x="118336" y="689764"/>
                  </a:lnTo>
                  <a:lnTo>
                    <a:pt x="88759" y="656771"/>
                  </a:lnTo>
                  <a:lnTo>
                    <a:pt x="62900" y="620666"/>
                  </a:lnTo>
                  <a:lnTo>
                    <a:pt x="41064" y="581750"/>
                  </a:lnTo>
                  <a:lnTo>
                    <a:pt x="23553" y="540328"/>
                  </a:lnTo>
                  <a:lnTo>
                    <a:pt x="10670" y="496701"/>
                  </a:lnTo>
                  <a:lnTo>
                    <a:pt x="2718" y="451175"/>
                  </a:lnTo>
                  <a:lnTo>
                    <a:pt x="0" y="404050"/>
                  </a:lnTo>
                  <a:lnTo>
                    <a:pt x="1437" y="411167"/>
                  </a:lnTo>
                  <a:lnTo>
                    <a:pt x="5357" y="416980"/>
                  </a:lnTo>
                  <a:lnTo>
                    <a:pt x="11171" y="420900"/>
                  </a:lnTo>
                  <a:lnTo>
                    <a:pt x="18287" y="422338"/>
                  </a:lnTo>
                  <a:lnTo>
                    <a:pt x="37711" y="422338"/>
                  </a:lnTo>
                  <a:lnTo>
                    <a:pt x="39438" y="450151"/>
                  </a:lnTo>
                  <a:lnTo>
                    <a:pt x="47797" y="494541"/>
                  </a:lnTo>
                  <a:lnTo>
                    <a:pt x="61307" y="536877"/>
                  </a:lnTo>
                  <a:lnTo>
                    <a:pt x="79626" y="576814"/>
                  </a:lnTo>
                  <a:lnTo>
                    <a:pt x="102407" y="614008"/>
                  </a:lnTo>
                  <a:lnTo>
                    <a:pt x="129308" y="648115"/>
                  </a:lnTo>
                  <a:lnTo>
                    <a:pt x="159985" y="678792"/>
                  </a:lnTo>
                  <a:lnTo>
                    <a:pt x="194092" y="705693"/>
                  </a:lnTo>
                  <a:lnTo>
                    <a:pt x="231286" y="728475"/>
                  </a:lnTo>
                  <a:lnTo>
                    <a:pt x="271223" y="746793"/>
                  </a:lnTo>
                  <a:lnTo>
                    <a:pt x="313559" y="760303"/>
                  </a:lnTo>
                  <a:lnTo>
                    <a:pt x="357949" y="768662"/>
                  </a:lnTo>
                  <a:lnTo>
                    <a:pt x="404050" y="771525"/>
                  </a:lnTo>
                  <a:lnTo>
                    <a:pt x="571132" y="771525"/>
                  </a:lnTo>
                  <a:lnTo>
                    <a:pt x="540327" y="784547"/>
                  </a:lnTo>
                  <a:lnTo>
                    <a:pt x="522497" y="789813"/>
                  </a:lnTo>
                  <a:lnTo>
                    <a:pt x="404050" y="789813"/>
                  </a:lnTo>
                  <a:lnTo>
                    <a:pt x="404050" y="808101"/>
                  </a:lnTo>
                  <a:close/>
                </a:path>
                <a:path w="808354" h="808354">
                  <a:moveTo>
                    <a:pt x="37711" y="422338"/>
                  </a:moveTo>
                  <a:lnTo>
                    <a:pt x="18287" y="422338"/>
                  </a:lnTo>
                  <a:lnTo>
                    <a:pt x="25404" y="420900"/>
                  </a:lnTo>
                  <a:lnTo>
                    <a:pt x="31218" y="416980"/>
                  </a:lnTo>
                  <a:lnTo>
                    <a:pt x="35138" y="411167"/>
                  </a:lnTo>
                  <a:lnTo>
                    <a:pt x="36575" y="404050"/>
                  </a:lnTo>
                  <a:lnTo>
                    <a:pt x="37622" y="420900"/>
                  </a:lnTo>
                  <a:lnTo>
                    <a:pt x="37711" y="422338"/>
                  </a:lnTo>
                  <a:close/>
                </a:path>
                <a:path w="808354" h="808354">
                  <a:moveTo>
                    <a:pt x="404050" y="808101"/>
                  </a:moveTo>
                  <a:lnTo>
                    <a:pt x="404050" y="789813"/>
                  </a:lnTo>
                  <a:lnTo>
                    <a:pt x="522497" y="789813"/>
                  </a:lnTo>
                  <a:lnTo>
                    <a:pt x="496701" y="797430"/>
                  </a:lnTo>
                  <a:lnTo>
                    <a:pt x="451174" y="805383"/>
                  </a:lnTo>
                  <a:lnTo>
                    <a:pt x="404050" y="8081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990513" y="4903914"/>
            <a:ext cx="173355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b="1" spc="-1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9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545073" y="4657610"/>
            <a:ext cx="8806815" cy="1804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7804">
              <a:lnSpc>
                <a:spcPts val="3130"/>
              </a:lnSpc>
              <a:spcBef>
                <a:spcPts val="100"/>
              </a:spcBef>
            </a:pPr>
            <a:r>
              <a:rPr sz="2800" b="1" spc="-12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MOFU</a:t>
            </a:r>
            <a:r>
              <a:rPr lang="en-US" sz="2800" b="1" spc="-12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2800" b="1" spc="-9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14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</a:t>
            </a:r>
            <a:r>
              <a:rPr sz="2800" b="1" spc="-8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2170"/>
              </a:lnSpc>
              <a:spcBef>
                <a:spcPts val="35"/>
              </a:spcBef>
            </a:pP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Educate</a:t>
            </a:r>
            <a:r>
              <a:rPr sz="2000" spc="-6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-6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cold-pressed</a:t>
            </a:r>
            <a:r>
              <a:rPr sz="2000" spc="-6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r>
              <a:rPr sz="20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6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ingredient</a:t>
            </a:r>
            <a:r>
              <a:rPr sz="2000" spc="-6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sourcing</a:t>
            </a:r>
            <a:r>
              <a:rPr sz="2000" spc="-6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via</a:t>
            </a:r>
            <a:r>
              <a:rPr sz="20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sz="2000" spc="-8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8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sz="2000" spc="-8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sz="2000" spc="-8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listings.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78485" indent="66040">
              <a:lnSpc>
                <a:spcPts val="2180"/>
              </a:lnSpc>
              <a:spcBef>
                <a:spcPts val="2175"/>
              </a:spcBef>
            </a:pPr>
            <a:r>
              <a:rPr sz="2000" b="1" spc="-11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sz="2000" b="1" spc="-9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2000" spc="-1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credibility</a:t>
            </a:r>
            <a:r>
              <a:rPr sz="2000" spc="-1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14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</a:t>
            </a:r>
            <a:r>
              <a:rPr sz="2000" spc="-1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FruitVita’s</a:t>
            </a:r>
            <a:r>
              <a:rPr sz="2000" spc="-1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affordable </a:t>
            </a:r>
            <a:r>
              <a:rPr sz="2000" spc="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</a:t>
            </a:r>
            <a:r>
              <a:rPr sz="2000" spc="-16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7325087" y="6763130"/>
            <a:ext cx="10113010" cy="2397760"/>
            <a:chOff x="7325087" y="6763130"/>
            <a:chExt cx="10113010" cy="2397760"/>
          </a:xfrm>
        </p:grpSpPr>
        <p:sp>
          <p:nvSpPr>
            <p:cNvPr id="18" name="object 18"/>
            <p:cNvSpPr/>
            <p:nvPr/>
          </p:nvSpPr>
          <p:spPr>
            <a:xfrm>
              <a:off x="7325087" y="6763130"/>
              <a:ext cx="10113010" cy="2397760"/>
            </a:xfrm>
            <a:custGeom>
              <a:avLst/>
              <a:gdLst/>
              <a:ahLst/>
              <a:cxnLst/>
              <a:rect l="l" t="t" r="r" b="b"/>
              <a:pathLst>
                <a:path w="10113010" h="2397759">
                  <a:moveTo>
                    <a:pt x="10110692" y="2397156"/>
                  </a:moveTo>
                  <a:lnTo>
                    <a:pt x="4095" y="2397156"/>
                  </a:lnTo>
                  <a:lnTo>
                    <a:pt x="0" y="2393061"/>
                  </a:lnTo>
                  <a:lnTo>
                    <a:pt x="0" y="4096"/>
                  </a:lnTo>
                  <a:lnTo>
                    <a:pt x="4095" y="0"/>
                  </a:lnTo>
                  <a:lnTo>
                    <a:pt x="10110692" y="0"/>
                  </a:lnTo>
                  <a:lnTo>
                    <a:pt x="10113005" y="2312"/>
                  </a:lnTo>
                  <a:lnTo>
                    <a:pt x="10113005" y="9144"/>
                  </a:lnTo>
                  <a:lnTo>
                    <a:pt x="9144" y="9144"/>
                  </a:lnTo>
                  <a:lnTo>
                    <a:pt x="9144" y="18288"/>
                  </a:lnTo>
                  <a:lnTo>
                    <a:pt x="18288" y="18288"/>
                  </a:lnTo>
                  <a:lnTo>
                    <a:pt x="18288" y="2378868"/>
                  </a:lnTo>
                  <a:lnTo>
                    <a:pt x="9144" y="2378868"/>
                  </a:lnTo>
                  <a:lnTo>
                    <a:pt x="9144" y="2388012"/>
                  </a:lnTo>
                  <a:lnTo>
                    <a:pt x="10113005" y="2388012"/>
                  </a:lnTo>
                  <a:lnTo>
                    <a:pt x="10113005" y="2394844"/>
                  </a:lnTo>
                  <a:lnTo>
                    <a:pt x="10110692" y="2397156"/>
                  </a:lnTo>
                  <a:close/>
                </a:path>
                <a:path w="10113010" h="2397759">
                  <a:moveTo>
                    <a:pt x="18288" y="18288"/>
                  </a:moveTo>
                  <a:lnTo>
                    <a:pt x="9144" y="18288"/>
                  </a:lnTo>
                  <a:lnTo>
                    <a:pt x="9144" y="9144"/>
                  </a:lnTo>
                  <a:lnTo>
                    <a:pt x="18288" y="9144"/>
                  </a:lnTo>
                  <a:lnTo>
                    <a:pt x="18288" y="18288"/>
                  </a:lnTo>
                  <a:close/>
                </a:path>
                <a:path w="10113010" h="2397759">
                  <a:moveTo>
                    <a:pt x="10096500" y="18288"/>
                  </a:moveTo>
                  <a:lnTo>
                    <a:pt x="18288" y="18288"/>
                  </a:lnTo>
                  <a:lnTo>
                    <a:pt x="18288" y="9144"/>
                  </a:lnTo>
                  <a:lnTo>
                    <a:pt x="10096500" y="9144"/>
                  </a:lnTo>
                  <a:lnTo>
                    <a:pt x="10096500" y="18288"/>
                  </a:lnTo>
                  <a:close/>
                </a:path>
                <a:path w="10113010" h="2397759">
                  <a:moveTo>
                    <a:pt x="10105644" y="2388012"/>
                  </a:moveTo>
                  <a:lnTo>
                    <a:pt x="10096500" y="2388012"/>
                  </a:lnTo>
                  <a:lnTo>
                    <a:pt x="10096500" y="9144"/>
                  </a:lnTo>
                  <a:lnTo>
                    <a:pt x="10105644" y="9144"/>
                  </a:lnTo>
                  <a:lnTo>
                    <a:pt x="10105644" y="18288"/>
                  </a:lnTo>
                  <a:lnTo>
                    <a:pt x="10113005" y="18288"/>
                  </a:lnTo>
                  <a:lnTo>
                    <a:pt x="10113005" y="2378868"/>
                  </a:lnTo>
                  <a:lnTo>
                    <a:pt x="10105644" y="2378868"/>
                  </a:lnTo>
                  <a:lnTo>
                    <a:pt x="10105644" y="2388012"/>
                  </a:lnTo>
                  <a:close/>
                </a:path>
                <a:path w="10113010" h="2397759">
                  <a:moveTo>
                    <a:pt x="10113005" y="18288"/>
                  </a:moveTo>
                  <a:lnTo>
                    <a:pt x="10105644" y="18288"/>
                  </a:lnTo>
                  <a:lnTo>
                    <a:pt x="10105644" y="9144"/>
                  </a:lnTo>
                  <a:lnTo>
                    <a:pt x="10113005" y="9144"/>
                  </a:lnTo>
                  <a:lnTo>
                    <a:pt x="10113005" y="18288"/>
                  </a:lnTo>
                  <a:close/>
                </a:path>
                <a:path w="10113010" h="2397759">
                  <a:moveTo>
                    <a:pt x="18288" y="2388012"/>
                  </a:moveTo>
                  <a:lnTo>
                    <a:pt x="9144" y="2388012"/>
                  </a:lnTo>
                  <a:lnTo>
                    <a:pt x="9144" y="2378868"/>
                  </a:lnTo>
                  <a:lnTo>
                    <a:pt x="18288" y="2378868"/>
                  </a:lnTo>
                  <a:lnTo>
                    <a:pt x="18288" y="2388012"/>
                  </a:lnTo>
                  <a:close/>
                </a:path>
                <a:path w="10113010" h="2397759">
                  <a:moveTo>
                    <a:pt x="10096500" y="2388012"/>
                  </a:moveTo>
                  <a:lnTo>
                    <a:pt x="18288" y="2388012"/>
                  </a:lnTo>
                  <a:lnTo>
                    <a:pt x="18288" y="2378868"/>
                  </a:lnTo>
                  <a:lnTo>
                    <a:pt x="10096500" y="2378868"/>
                  </a:lnTo>
                  <a:lnTo>
                    <a:pt x="10096500" y="2388012"/>
                  </a:lnTo>
                  <a:close/>
                </a:path>
                <a:path w="10113010" h="2397759">
                  <a:moveTo>
                    <a:pt x="10113005" y="2388012"/>
                  </a:moveTo>
                  <a:lnTo>
                    <a:pt x="10105644" y="2388012"/>
                  </a:lnTo>
                  <a:lnTo>
                    <a:pt x="10105644" y="2378868"/>
                  </a:lnTo>
                  <a:lnTo>
                    <a:pt x="10113005" y="2378868"/>
                  </a:lnTo>
                  <a:lnTo>
                    <a:pt x="10113005" y="2388012"/>
                  </a:lnTo>
                  <a:close/>
                </a:path>
              </a:pathLst>
            </a:custGeom>
            <a:solidFill>
              <a:srgbClr val="FF6D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667691" y="7093724"/>
              <a:ext cx="771525" cy="771525"/>
            </a:xfrm>
            <a:custGeom>
              <a:avLst/>
              <a:gdLst/>
              <a:ahLst/>
              <a:cxnLst/>
              <a:rect l="l" t="t" r="r" b="b"/>
              <a:pathLst>
                <a:path w="771525" h="771525">
                  <a:moveTo>
                    <a:pt x="385762" y="771524"/>
                  </a:moveTo>
                  <a:lnTo>
                    <a:pt x="337368" y="768519"/>
                  </a:lnTo>
                  <a:lnTo>
                    <a:pt x="290769" y="759744"/>
                  </a:lnTo>
                  <a:lnTo>
                    <a:pt x="246327" y="745561"/>
                  </a:lnTo>
                  <a:lnTo>
                    <a:pt x="204403" y="726331"/>
                  </a:lnTo>
                  <a:lnTo>
                    <a:pt x="165357" y="702415"/>
                  </a:lnTo>
                  <a:lnTo>
                    <a:pt x="129552" y="674175"/>
                  </a:lnTo>
                  <a:lnTo>
                    <a:pt x="97349" y="641972"/>
                  </a:lnTo>
                  <a:lnTo>
                    <a:pt x="69109" y="606167"/>
                  </a:lnTo>
                  <a:lnTo>
                    <a:pt x="45193" y="567121"/>
                  </a:lnTo>
                  <a:lnTo>
                    <a:pt x="25963" y="525197"/>
                  </a:lnTo>
                  <a:lnTo>
                    <a:pt x="11780" y="480755"/>
                  </a:lnTo>
                  <a:lnTo>
                    <a:pt x="3005" y="434156"/>
                  </a:lnTo>
                  <a:lnTo>
                    <a:pt x="0" y="385762"/>
                  </a:lnTo>
                  <a:lnTo>
                    <a:pt x="3005" y="337368"/>
                  </a:lnTo>
                  <a:lnTo>
                    <a:pt x="11780" y="290769"/>
                  </a:lnTo>
                  <a:lnTo>
                    <a:pt x="25963" y="246327"/>
                  </a:lnTo>
                  <a:lnTo>
                    <a:pt x="45193" y="204403"/>
                  </a:lnTo>
                  <a:lnTo>
                    <a:pt x="69109" y="165357"/>
                  </a:lnTo>
                  <a:lnTo>
                    <a:pt x="97349" y="129552"/>
                  </a:lnTo>
                  <a:lnTo>
                    <a:pt x="129552" y="97349"/>
                  </a:lnTo>
                  <a:lnTo>
                    <a:pt x="165357" y="69109"/>
                  </a:lnTo>
                  <a:lnTo>
                    <a:pt x="204403" y="45193"/>
                  </a:lnTo>
                  <a:lnTo>
                    <a:pt x="246327" y="25963"/>
                  </a:lnTo>
                  <a:lnTo>
                    <a:pt x="290769" y="11780"/>
                  </a:lnTo>
                  <a:lnTo>
                    <a:pt x="337368" y="3005"/>
                  </a:lnTo>
                  <a:lnTo>
                    <a:pt x="385762" y="0"/>
                  </a:lnTo>
                  <a:lnTo>
                    <a:pt x="434156" y="3005"/>
                  </a:lnTo>
                  <a:lnTo>
                    <a:pt x="480755" y="11780"/>
                  </a:lnTo>
                  <a:lnTo>
                    <a:pt x="525197" y="25963"/>
                  </a:lnTo>
                  <a:lnTo>
                    <a:pt x="567121" y="45193"/>
                  </a:lnTo>
                  <a:lnTo>
                    <a:pt x="606167" y="69109"/>
                  </a:lnTo>
                  <a:lnTo>
                    <a:pt x="641972" y="97349"/>
                  </a:lnTo>
                  <a:lnTo>
                    <a:pt x="674175" y="129552"/>
                  </a:lnTo>
                  <a:lnTo>
                    <a:pt x="702415" y="165357"/>
                  </a:lnTo>
                  <a:lnTo>
                    <a:pt x="726331" y="204403"/>
                  </a:lnTo>
                  <a:lnTo>
                    <a:pt x="745561" y="246327"/>
                  </a:lnTo>
                  <a:lnTo>
                    <a:pt x="759744" y="290769"/>
                  </a:lnTo>
                  <a:lnTo>
                    <a:pt x="768519" y="337368"/>
                  </a:lnTo>
                  <a:lnTo>
                    <a:pt x="771524" y="385762"/>
                  </a:lnTo>
                  <a:lnTo>
                    <a:pt x="768519" y="434156"/>
                  </a:lnTo>
                  <a:lnTo>
                    <a:pt x="759744" y="480755"/>
                  </a:lnTo>
                  <a:lnTo>
                    <a:pt x="745561" y="525197"/>
                  </a:lnTo>
                  <a:lnTo>
                    <a:pt x="726331" y="567121"/>
                  </a:lnTo>
                  <a:lnTo>
                    <a:pt x="702415" y="606167"/>
                  </a:lnTo>
                  <a:lnTo>
                    <a:pt x="674175" y="641972"/>
                  </a:lnTo>
                  <a:lnTo>
                    <a:pt x="641972" y="674175"/>
                  </a:lnTo>
                  <a:lnTo>
                    <a:pt x="606167" y="702415"/>
                  </a:lnTo>
                  <a:lnTo>
                    <a:pt x="567121" y="726331"/>
                  </a:lnTo>
                  <a:lnTo>
                    <a:pt x="525197" y="745561"/>
                  </a:lnTo>
                  <a:lnTo>
                    <a:pt x="480755" y="759744"/>
                  </a:lnTo>
                  <a:lnTo>
                    <a:pt x="434156" y="768519"/>
                  </a:lnTo>
                  <a:lnTo>
                    <a:pt x="385762" y="771524"/>
                  </a:lnTo>
                  <a:close/>
                </a:path>
              </a:pathLst>
            </a:custGeom>
            <a:solidFill>
              <a:srgbClr val="378E3C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7649403" y="7075436"/>
              <a:ext cx="808355" cy="808355"/>
            </a:xfrm>
            <a:custGeom>
              <a:avLst/>
              <a:gdLst/>
              <a:ahLst/>
              <a:cxnLst/>
              <a:rect l="l" t="t" r="r" b="b"/>
              <a:pathLst>
                <a:path w="808354" h="808354">
                  <a:moveTo>
                    <a:pt x="0" y="404050"/>
                  </a:moveTo>
                  <a:lnTo>
                    <a:pt x="2659" y="357950"/>
                  </a:lnTo>
                  <a:lnTo>
                    <a:pt x="10670" y="311399"/>
                  </a:lnTo>
                  <a:lnTo>
                    <a:pt x="23553" y="267773"/>
                  </a:lnTo>
                  <a:lnTo>
                    <a:pt x="41064" y="226350"/>
                  </a:lnTo>
                  <a:lnTo>
                    <a:pt x="62900" y="187435"/>
                  </a:lnTo>
                  <a:lnTo>
                    <a:pt x="88759" y="151329"/>
                  </a:lnTo>
                  <a:lnTo>
                    <a:pt x="118336" y="118336"/>
                  </a:lnTo>
                  <a:lnTo>
                    <a:pt x="151329" y="88759"/>
                  </a:lnTo>
                  <a:lnTo>
                    <a:pt x="187435" y="62901"/>
                  </a:lnTo>
                  <a:lnTo>
                    <a:pt x="226350" y="41064"/>
                  </a:lnTo>
                  <a:lnTo>
                    <a:pt x="267773" y="23553"/>
                  </a:lnTo>
                  <a:lnTo>
                    <a:pt x="311399" y="10670"/>
                  </a:lnTo>
                  <a:lnTo>
                    <a:pt x="356926" y="2718"/>
                  </a:lnTo>
                  <a:lnTo>
                    <a:pt x="404052" y="0"/>
                  </a:lnTo>
                  <a:lnTo>
                    <a:pt x="404050" y="36576"/>
                  </a:lnTo>
                  <a:lnTo>
                    <a:pt x="357949" y="39438"/>
                  </a:lnTo>
                  <a:lnTo>
                    <a:pt x="313559" y="47797"/>
                  </a:lnTo>
                  <a:lnTo>
                    <a:pt x="271224" y="61308"/>
                  </a:lnTo>
                  <a:lnTo>
                    <a:pt x="231286" y="79626"/>
                  </a:lnTo>
                  <a:lnTo>
                    <a:pt x="194092" y="102407"/>
                  </a:lnTo>
                  <a:lnTo>
                    <a:pt x="159985" y="129309"/>
                  </a:lnTo>
                  <a:lnTo>
                    <a:pt x="129308" y="159985"/>
                  </a:lnTo>
                  <a:lnTo>
                    <a:pt x="102407" y="194092"/>
                  </a:lnTo>
                  <a:lnTo>
                    <a:pt x="79626" y="231287"/>
                  </a:lnTo>
                  <a:lnTo>
                    <a:pt x="61307" y="271224"/>
                  </a:lnTo>
                  <a:lnTo>
                    <a:pt x="47797" y="313559"/>
                  </a:lnTo>
                  <a:lnTo>
                    <a:pt x="39438" y="357950"/>
                  </a:lnTo>
                  <a:lnTo>
                    <a:pt x="37711" y="385762"/>
                  </a:lnTo>
                  <a:lnTo>
                    <a:pt x="18287" y="385762"/>
                  </a:lnTo>
                  <a:lnTo>
                    <a:pt x="11171" y="387200"/>
                  </a:lnTo>
                  <a:lnTo>
                    <a:pt x="5357" y="391120"/>
                  </a:lnTo>
                  <a:lnTo>
                    <a:pt x="1437" y="396933"/>
                  </a:lnTo>
                  <a:lnTo>
                    <a:pt x="0" y="404050"/>
                  </a:lnTo>
                  <a:close/>
                </a:path>
                <a:path w="808354" h="808354">
                  <a:moveTo>
                    <a:pt x="571132" y="771525"/>
                  </a:moveTo>
                  <a:lnTo>
                    <a:pt x="404050" y="771525"/>
                  </a:lnTo>
                  <a:lnTo>
                    <a:pt x="450151" y="768662"/>
                  </a:lnTo>
                  <a:lnTo>
                    <a:pt x="494541" y="760303"/>
                  </a:lnTo>
                  <a:lnTo>
                    <a:pt x="536877" y="746793"/>
                  </a:lnTo>
                  <a:lnTo>
                    <a:pt x="576814" y="728475"/>
                  </a:lnTo>
                  <a:lnTo>
                    <a:pt x="614008" y="705693"/>
                  </a:lnTo>
                  <a:lnTo>
                    <a:pt x="648115" y="678792"/>
                  </a:lnTo>
                  <a:lnTo>
                    <a:pt x="678792" y="648116"/>
                  </a:lnTo>
                  <a:lnTo>
                    <a:pt x="705693" y="614008"/>
                  </a:lnTo>
                  <a:lnTo>
                    <a:pt x="728474" y="576814"/>
                  </a:lnTo>
                  <a:lnTo>
                    <a:pt x="746793" y="536877"/>
                  </a:lnTo>
                  <a:lnTo>
                    <a:pt x="760303" y="494541"/>
                  </a:lnTo>
                  <a:lnTo>
                    <a:pt x="768662" y="450151"/>
                  </a:lnTo>
                  <a:lnTo>
                    <a:pt x="771524" y="404050"/>
                  </a:lnTo>
                  <a:lnTo>
                    <a:pt x="768662" y="357950"/>
                  </a:lnTo>
                  <a:lnTo>
                    <a:pt x="760303" y="313559"/>
                  </a:lnTo>
                  <a:lnTo>
                    <a:pt x="746793" y="271224"/>
                  </a:lnTo>
                  <a:lnTo>
                    <a:pt x="728474" y="231287"/>
                  </a:lnTo>
                  <a:lnTo>
                    <a:pt x="705693" y="194092"/>
                  </a:lnTo>
                  <a:lnTo>
                    <a:pt x="678792" y="159985"/>
                  </a:lnTo>
                  <a:lnTo>
                    <a:pt x="648115" y="129309"/>
                  </a:lnTo>
                  <a:lnTo>
                    <a:pt x="614008" y="102407"/>
                  </a:lnTo>
                  <a:lnTo>
                    <a:pt x="576814" y="79626"/>
                  </a:lnTo>
                  <a:lnTo>
                    <a:pt x="536877" y="61308"/>
                  </a:lnTo>
                  <a:lnTo>
                    <a:pt x="494541" y="47797"/>
                  </a:lnTo>
                  <a:lnTo>
                    <a:pt x="450151" y="39438"/>
                  </a:lnTo>
                  <a:lnTo>
                    <a:pt x="404050" y="36576"/>
                  </a:lnTo>
                  <a:lnTo>
                    <a:pt x="404050" y="0"/>
                  </a:lnTo>
                  <a:lnTo>
                    <a:pt x="451175" y="2718"/>
                  </a:lnTo>
                  <a:lnTo>
                    <a:pt x="496701" y="10670"/>
                  </a:lnTo>
                  <a:lnTo>
                    <a:pt x="540327" y="23553"/>
                  </a:lnTo>
                  <a:lnTo>
                    <a:pt x="581750" y="41064"/>
                  </a:lnTo>
                  <a:lnTo>
                    <a:pt x="620666" y="62901"/>
                  </a:lnTo>
                  <a:lnTo>
                    <a:pt x="656771" y="88759"/>
                  </a:lnTo>
                  <a:lnTo>
                    <a:pt x="689764" y="118336"/>
                  </a:lnTo>
                  <a:lnTo>
                    <a:pt x="719341" y="151329"/>
                  </a:lnTo>
                  <a:lnTo>
                    <a:pt x="745200" y="187435"/>
                  </a:lnTo>
                  <a:lnTo>
                    <a:pt x="767036" y="226350"/>
                  </a:lnTo>
                  <a:lnTo>
                    <a:pt x="784547" y="267773"/>
                  </a:lnTo>
                  <a:lnTo>
                    <a:pt x="797430" y="311399"/>
                  </a:lnTo>
                  <a:lnTo>
                    <a:pt x="805382" y="356926"/>
                  </a:lnTo>
                  <a:lnTo>
                    <a:pt x="808100" y="404050"/>
                  </a:lnTo>
                  <a:lnTo>
                    <a:pt x="805441" y="450151"/>
                  </a:lnTo>
                  <a:lnTo>
                    <a:pt x="805382" y="451175"/>
                  </a:lnTo>
                  <a:lnTo>
                    <a:pt x="797430" y="496701"/>
                  </a:lnTo>
                  <a:lnTo>
                    <a:pt x="784547" y="540328"/>
                  </a:lnTo>
                  <a:lnTo>
                    <a:pt x="767036" y="581750"/>
                  </a:lnTo>
                  <a:lnTo>
                    <a:pt x="745200" y="620666"/>
                  </a:lnTo>
                  <a:lnTo>
                    <a:pt x="719341" y="656771"/>
                  </a:lnTo>
                  <a:lnTo>
                    <a:pt x="689764" y="689764"/>
                  </a:lnTo>
                  <a:lnTo>
                    <a:pt x="656771" y="719342"/>
                  </a:lnTo>
                  <a:lnTo>
                    <a:pt x="620666" y="745200"/>
                  </a:lnTo>
                  <a:lnTo>
                    <a:pt x="581750" y="767036"/>
                  </a:lnTo>
                  <a:lnTo>
                    <a:pt x="571132" y="771525"/>
                  </a:lnTo>
                  <a:close/>
                </a:path>
                <a:path w="808354" h="808354">
                  <a:moveTo>
                    <a:pt x="18287" y="422338"/>
                  </a:moveTo>
                  <a:lnTo>
                    <a:pt x="11171" y="420900"/>
                  </a:lnTo>
                  <a:lnTo>
                    <a:pt x="5357" y="416980"/>
                  </a:lnTo>
                  <a:lnTo>
                    <a:pt x="1437" y="411167"/>
                  </a:lnTo>
                  <a:lnTo>
                    <a:pt x="0" y="404050"/>
                  </a:lnTo>
                  <a:lnTo>
                    <a:pt x="1437" y="396933"/>
                  </a:lnTo>
                  <a:lnTo>
                    <a:pt x="5357" y="391120"/>
                  </a:lnTo>
                  <a:lnTo>
                    <a:pt x="11171" y="387200"/>
                  </a:lnTo>
                  <a:lnTo>
                    <a:pt x="18287" y="385762"/>
                  </a:lnTo>
                  <a:lnTo>
                    <a:pt x="25404" y="387200"/>
                  </a:lnTo>
                  <a:lnTo>
                    <a:pt x="31218" y="391120"/>
                  </a:lnTo>
                  <a:lnTo>
                    <a:pt x="35138" y="396933"/>
                  </a:lnTo>
                  <a:lnTo>
                    <a:pt x="36575" y="404050"/>
                  </a:lnTo>
                  <a:lnTo>
                    <a:pt x="35138" y="411167"/>
                  </a:lnTo>
                  <a:lnTo>
                    <a:pt x="31218" y="416980"/>
                  </a:lnTo>
                  <a:lnTo>
                    <a:pt x="25404" y="420900"/>
                  </a:lnTo>
                  <a:lnTo>
                    <a:pt x="18287" y="422338"/>
                  </a:lnTo>
                  <a:close/>
                </a:path>
                <a:path w="808354" h="808354">
                  <a:moveTo>
                    <a:pt x="36575" y="404050"/>
                  </a:moveTo>
                  <a:lnTo>
                    <a:pt x="35138" y="396933"/>
                  </a:lnTo>
                  <a:lnTo>
                    <a:pt x="31218" y="391120"/>
                  </a:lnTo>
                  <a:lnTo>
                    <a:pt x="25404" y="387200"/>
                  </a:lnTo>
                  <a:lnTo>
                    <a:pt x="18287" y="385762"/>
                  </a:lnTo>
                  <a:lnTo>
                    <a:pt x="37711" y="385762"/>
                  </a:lnTo>
                  <a:lnTo>
                    <a:pt x="36575" y="404050"/>
                  </a:lnTo>
                  <a:close/>
                </a:path>
                <a:path w="808354" h="808354">
                  <a:moveTo>
                    <a:pt x="404050" y="808101"/>
                  </a:moveTo>
                  <a:lnTo>
                    <a:pt x="356926" y="805383"/>
                  </a:lnTo>
                  <a:lnTo>
                    <a:pt x="311399" y="797430"/>
                  </a:lnTo>
                  <a:lnTo>
                    <a:pt x="267773" y="784547"/>
                  </a:lnTo>
                  <a:lnTo>
                    <a:pt x="226350" y="767036"/>
                  </a:lnTo>
                  <a:lnTo>
                    <a:pt x="187435" y="745200"/>
                  </a:lnTo>
                  <a:lnTo>
                    <a:pt x="151329" y="719342"/>
                  </a:lnTo>
                  <a:lnTo>
                    <a:pt x="118336" y="689764"/>
                  </a:lnTo>
                  <a:lnTo>
                    <a:pt x="88759" y="656771"/>
                  </a:lnTo>
                  <a:lnTo>
                    <a:pt x="62900" y="620666"/>
                  </a:lnTo>
                  <a:lnTo>
                    <a:pt x="41064" y="581750"/>
                  </a:lnTo>
                  <a:lnTo>
                    <a:pt x="23553" y="540328"/>
                  </a:lnTo>
                  <a:lnTo>
                    <a:pt x="10670" y="496701"/>
                  </a:lnTo>
                  <a:lnTo>
                    <a:pt x="2718" y="451175"/>
                  </a:lnTo>
                  <a:lnTo>
                    <a:pt x="0" y="404050"/>
                  </a:lnTo>
                  <a:lnTo>
                    <a:pt x="1437" y="411167"/>
                  </a:lnTo>
                  <a:lnTo>
                    <a:pt x="5357" y="416980"/>
                  </a:lnTo>
                  <a:lnTo>
                    <a:pt x="11171" y="420900"/>
                  </a:lnTo>
                  <a:lnTo>
                    <a:pt x="18287" y="422338"/>
                  </a:lnTo>
                  <a:lnTo>
                    <a:pt x="37711" y="422338"/>
                  </a:lnTo>
                  <a:lnTo>
                    <a:pt x="39438" y="450151"/>
                  </a:lnTo>
                  <a:lnTo>
                    <a:pt x="47797" y="494541"/>
                  </a:lnTo>
                  <a:lnTo>
                    <a:pt x="61307" y="536877"/>
                  </a:lnTo>
                  <a:lnTo>
                    <a:pt x="79626" y="576814"/>
                  </a:lnTo>
                  <a:lnTo>
                    <a:pt x="102407" y="614008"/>
                  </a:lnTo>
                  <a:lnTo>
                    <a:pt x="129308" y="648116"/>
                  </a:lnTo>
                  <a:lnTo>
                    <a:pt x="159985" y="678792"/>
                  </a:lnTo>
                  <a:lnTo>
                    <a:pt x="194092" y="705693"/>
                  </a:lnTo>
                  <a:lnTo>
                    <a:pt x="231286" y="728475"/>
                  </a:lnTo>
                  <a:lnTo>
                    <a:pt x="271224" y="746793"/>
                  </a:lnTo>
                  <a:lnTo>
                    <a:pt x="313559" y="760303"/>
                  </a:lnTo>
                  <a:lnTo>
                    <a:pt x="357949" y="768662"/>
                  </a:lnTo>
                  <a:lnTo>
                    <a:pt x="404050" y="771525"/>
                  </a:lnTo>
                  <a:lnTo>
                    <a:pt x="571132" y="771525"/>
                  </a:lnTo>
                  <a:lnTo>
                    <a:pt x="540327" y="784547"/>
                  </a:lnTo>
                  <a:lnTo>
                    <a:pt x="522497" y="789813"/>
                  </a:lnTo>
                  <a:lnTo>
                    <a:pt x="404050" y="789813"/>
                  </a:lnTo>
                  <a:lnTo>
                    <a:pt x="404050" y="808101"/>
                  </a:lnTo>
                  <a:close/>
                </a:path>
                <a:path w="808354" h="808354">
                  <a:moveTo>
                    <a:pt x="37711" y="422338"/>
                  </a:moveTo>
                  <a:lnTo>
                    <a:pt x="18287" y="422338"/>
                  </a:lnTo>
                  <a:lnTo>
                    <a:pt x="25404" y="420900"/>
                  </a:lnTo>
                  <a:lnTo>
                    <a:pt x="31218" y="416980"/>
                  </a:lnTo>
                  <a:lnTo>
                    <a:pt x="35138" y="411167"/>
                  </a:lnTo>
                  <a:lnTo>
                    <a:pt x="36575" y="404050"/>
                  </a:lnTo>
                  <a:lnTo>
                    <a:pt x="37622" y="420900"/>
                  </a:lnTo>
                  <a:lnTo>
                    <a:pt x="37711" y="422338"/>
                  </a:lnTo>
                  <a:close/>
                </a:path>
                <a:path w="808354" h="808354">
                  <a:moveTo>
                    <a:pt x="404050" y="808101"/>
                  </a:moveTo>
                  <a:lnTo>
                    <a:pt x="404050" y="789813"/>
                  </a:lnTo>
                  <a:lnTo>
                    <a:pt x="522497" y="789813"/>
                  </a:lnTo>
                  <a:lnTo>
                    <a:pt x="496701" y="797430"/>
                  </a:lnTo>
                  <a:lnTo>
                    <a:pt x="451175" y="805383"/>
                  </a:lnTo>
                  <a:lnTo>
                    <a:pt x="404050" y="8081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990215" y="7347077"/>
            <a:ext cx="173990" cy="3263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50" b="1" spc="-1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z="19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88600" y="7139392"/>
            <a:ext cx="8695055" cy="1834477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745"/>
              </a:spcBef>
            </a:pPr>
            <a:r>
              <a:rPr lang="en-US" sz="2800" b="1" spc="-12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800" b="1" spc="-12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OFU</a:t>
            </a:r>
            <a:r>
              <a:rPr lang="en-US" sz="2800" b="1" spc="-12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sz="2800" b="1" spc="-10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2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  <a:r>
              <a:rPr sz="2800" b="1" spc="-10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Stage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2180"/>
              </a:lnSpc>
              <a:spcBef>
                <a:spcPts val="720"/>
              </a:spcBef>
            </a:pP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</a:t>
            </a:r>
            <a:r>
              <a:rPr sz="2000" spc="-1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quick-</a:t>
            </a:r>
            <a:r>
              <a:rPr sz="2000" spc="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commerce</a:t>
            </a:r>
            <a:r>
              <a:rPr sz="2000" spc="-1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r>
              <a:rPr sz="2000" spc="-1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(Blinkit,</a:t>
            </a:r>
            <a:r>
              <a:rPr sz="2000" spc="-1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Zepto)</a:t>
            </a:r>
            <a:r>
              <a:rPr sz="2000" spc="-1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-1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  <a:r>
              <a:rPr sz="2000" spc="-1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</a:t>
            </a:r>
            <a:r>
              <a:rPr sz="2000" spc="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impulse-buy</a:t>
            </a:r>
            <a:r>
              <a:rPr sz="2000" spc="-1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</a:t>
            </a:r>
            <a:r>
              <a:rPr sz="2000" spc="-1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deals.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>
              <a:lnSpc>
                <a:spcPts val="2180"/>
              </a:lnSpc>
              <a:spcBef>
                <a:spcPts val="720"/>
              </a:spcBef>
            </a:pPr>
            <a:r>
              <a:rPr sz="2000" b="1" spc="-11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sz="2000" b="1" spc="-3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  <a:r>
              <a:rPr sz="2000" spc="-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</a:t>
            </a:r>
            <a:r>
              <a:rPr sz="2000" spc="-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000" spc="-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</a:t>
            </a:r>
            <a:r>
              <a:rPr sz="2000" spc="-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  <a:r>
              <a:rPr sz="2000" spc="-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through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convenience</a:t>
            </a:r>
            <a:r>
              <a:rPr sz="2000" spc="-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attractive</a:t>
            </a:r>
            <a:r>
              <a:rPr sz="2000" spc="-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74787" y="6537242"/>
            <a:ext cx="5401261" cy="2500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IN" sz="3200" b="1" spc="-125" dirty="0">
                <a:solidFill>
                  <a:srgbClr val="FFFF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3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Navigating</a:t>
            </a:r>
            <a:r>
              <a:rPr lang="en-IN" sz="3200" b="1" spc="-25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3200" b="1" spc="-25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105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lang="en-IN" sz="3200" b="1" spc="-25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en-IN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2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journey</a:t>
            </a:r>
            <a:r>
              <a:rPr sz="3200" b="1" spc="-26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6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3200" b="1" spc="-25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7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sz="3200" b="1" spc="-25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</a:t>
            </a:r>
            <a:r>
              <a:rPr sz="3200" b="1" spc="-26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7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3200" b="1" spc="-254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US" sz="3200" b="1" spc="-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speed</a:t>
            </a:r>
            <a:r>
              <a:rPr lang="en-IN" sz="3200" b="1" spc="-21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conversion.</a:t>
            </a:r>
            <a:endParaRPr lang="en-IN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30747"/>
            <a:ext cx="6044576" cy="43547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305800" y="618772"/>
            <a:ext cx="809625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-90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sz="3200" u="heavy" spc="-105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u="heavy" spc="-125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r>
              <a:rPr sz="3200" u="heavy" spc="-100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u="heavy" spc="-335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200" u="heavy" spc="-105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u="heavy" spc="-55" dirty="0">
                <a:solidFill>
                  <a:srgbClr val="00B050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ENGAGEMENT</a:t>
            </a:r>
            <a:endParaRPr sz="32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334230" y="2640396"/>
            <a:ext cx="4832350" cy="1586230"/>
            <a:chOff x="7334230" y="2640396"/>
            <a:chExt cx="4832350" cy="1586230"/>
          </a:xfrm>
        </p:grpSpPr>
        <p:sp>
          <p:nvSpPr>
            <p:cNvPr id="7" name="object 7"/>
            <p:cNvSpPr/>
            <p:nvPr/>
          </p:nvSpPr>
          <p:spPr>
            <a:xfrm>
              <a:off x="7391380" y="2640396"/>
              <a:ext cx="4775200" cy="1586230"/>
            </a:xfrm>
            <a:custGeom>
              <a:avLst/>
              <a:gdLst/>
              <a:ahLst/>
              <a:cxnLst/>
              <a:rect l="l" t="t" r="r" b="b"/>
              <a:pathLst>
                <a:path w="4775200" h="1586229">
                  <a:moveTo>
                    <a:pt x="0" y="1585912"/>
                  </a:moveTo>
                  <a:lnTo>
                    <a:pt x="4774926" y="1585912"/>
                  </a:lnTo>
                  <a:lnTo>
                    <a:pt x="4774926" y="0"/>
                  </a:lnTo>
                  <a:lnTo>
                    <a:pt x="0" y="0"/>
                  </a:lnTo>
                  <a:lnTo>
                    <a:pt x="0" y="1585912"/>
                  </a:lnTo>
                  <a:close/>
                </a:path>
              </a:pathLst>
            </a:custGeom>
            <a:solidFill>
              <a:srgbClr val="42A046">
                <a:alpha val="2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334230" y="2640396"/>
              <a:ext cx="57150" cy="1586230"/>
            </a:xfrm>
            <a:custGeom>
              <a:avLst/>
              <a:gdLst/>
              <a:ahLst/>
              <a:cxnLst/>
              <a:rect l="l" t="t" r="r" b="b"/>
              <a:pathLst>
                <a:path w="57150" h="1586229">
                  <a:moveTo>
                    <a:pt x="57150" y="1585912"/>
                  </a:moveTo>
                  <a:lnTo>
                    <a:pt x="0" y="1585912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1585912"/>
                  </a:lnTo>
                  <a:close/>
                </a:path>
              </a:pathLst>
            </a:custGeom>
            <a:solidFill>
              <a:srgbClr val="42A04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391380" y="2874939"/>
            <a:ext cx="4775200" cy="10548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R="711200" algn="ctr">
              <a:lnSpc>
                <a:spcPct val="100000"/>
              </a:lnSpc>
              <a:spcBef>
                <a:spcPts val="434"/>
              </a:spcBef>
            </a:pPr>
            <a:r>
              <a:rPr sz="2400" b="1" spc="-8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TOFU</a:t>
            </a:r>
            <a:r>
              <a:rPr sz="2400" b="1" spc="-12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" marR="109855">
              <a:lnSpc>
                <a:spcPct val="100699"/>
              </a:lnSpc>
              <a:spcBef>
                <a:spcPts val="234"/>
              </a:spcBef>
            </a:pP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Wellness</a:t>
            </a:r>
            <a:r>
              <a:rPr sz="2000" spc="-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7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reels,</a:t>
            </a:r>
            <a:r>
              <a:rPr sz="2000" spc="-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influencer</a:t>
            </a:r>
            <a:r>
              <a:rPr sz="2000" spc="-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healthy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beverage</a:t>
            </a:r>
            <a:r>
              <a:rPr sz="20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swaps,</a:t>
            </a:r>
            <a:r>
              <a:rPr sz="20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</a:t>
            </a:r>
            <a:r>
              <a:rPr sz="20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ingredient visuals.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2596772" y="2640396"/>
            <a:ext cx="4832350" cy="1586230"/>
            <a:chOff x="12596772" y="2640396"/>
            <a:chExt cx="4832350" cy="1586230"/>
          </a:xfrm>
        </p:grpSpPr>
        <p:sp>
          <p:nvSpPr>
            <p:cNvPr id="11" name="object 11"/>
            <p:cNvSpPr/>
            <p:nvPr/>
          </p:nvSpPr>
          <p:spPr>
            <a:xfrm>
              <a:off x="12653922" y="2640396"/>
              <a:ext cx="4775200" cy="1586230"/>
            </a:xfrm>
            <a:custGeom>
              <a:avLst/>
              <a:gdLst/>
              <a:ahLst/>
              <a:cxnLst/>
              <a:rect l="l" t="t" r="r" b="b"/>
              <a:pathLst>
                <a:path w="4775200" h="1586229">
                  <a:moveTo>
                    <a:pt x="0" y="1585912"/>
                  </a:moveTo>
                  <a:lnTo>
                    <a:pt x="4774926" y="1585912"/>
                  </a:lnTo>
                  <a:lnTo>
                    <a:pt x="4774926" y="0"/>
                  </a:lnTo>
                  <a:lnTo>
                    <a:pt x="0" y="0"/>
                  </a:lnTo>
                  <a:lnTo>
                    <a:pt x="0" y="1585912"/>
                  </a:lnTo>
                  <a:close/>
                </a:path>
              </a:pathLst>
            </a:custGeom>
            <a:solidFill>
              <a:srgbClr val="42A046">
                <a:alpha val="2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2596772" y="2640396"/>
              <a:ext cx="57150" cy="1586230"/>
            </a:xfrm>
            <a:custGeom>
              <a:avLst/>
              <a:gdLst/>
              <a:ahLst/>
              <a:cxnLst/>
              <a:rect l="l" t="t" r="r" b="b"/>
              <a:pathLst>
                <a:path w="57150" h="1586229">
                  <a:moveTo>
                    <a:pt x="57150" y="1585912"/>
                  </a:moveTo>
                  <a:lnTo>
                    <a:pt x="0" y="1585912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1585912"/>
                  </a:lnTo>
                  <a:close/>
                </a:path>
              </a:pathLst>
            </a:custGeom>
            <a:solidFill>
              <a:srgbClr val="42A04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625347" y="2921443"/>
            <a:ext cx="5078880" cy="1079847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250"/>
              </a:spcBef>
            </a:pPr>
            <a:r>
              <a:rPr sz="2800" b="1" spc="-2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MOFU</a:t>
            </a:r>
            <a:r>
              <a:rPr sz="2800" b="1" spc="-17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6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7965" marR="474345">
              <a:lnSpc>
                <a:spcPct val="100699"/>
              </a:lnSpc>
              <a:spcBef>
                <a:spcPts val="100"/>
              </a:spcBef>
            </a:pP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Cold-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r>
              <a:rPr sz="2000" spc="-10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sz="2000" spc="-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videos,</a:t>
            </a:r>
            <a:r>
              <a:rPr sz="2000" spc="-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sourcing </a:t>
            </a:r>
            <a:r>
              <a:rPr sz="2000" spc="-6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stories,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000" spc="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nutrition articles.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334230" y="4654934"/>
            <a:ext cx="4832350" cy="1586230"/>
            <a:chOff x="7334230" y="4654934"/>
            <a:chExt cx="4832350" cy="1586230"/>
          </a:xfrm>
        </p:grpSpPr>
        <p:sp>
          <p:nvSpPr>
            <p:cNvPr id="15" name="object 15"/>
            <p:cNvSpPr/>
            <p:nvPr/>
          </p:nvSpPr>
          <p:spPr>
            <a:xfrm>
              <a:off x="7391380" y="4654934"/>
              <a:ext cx="4775200" cy="1586230"/>
            </a:xfrm>
            <a:custGeom>
              <a:avLst/>
              <a:gdLst/>
              <a:ahLst/>
              <a:cxnLst/>
              <a:rect l="l" t="t" r="r" b="b"/>
              <a:pathLst>
                <a:path w="4775200" h="1586229">
                  <a:moveTo>
                    <a:pt x="0" y="1585912"/>
                  </a:moveTo>
                  <a:lnTo>
                    <a:pt x="4774926" y="1585912"/>
                  </a:lnTo>
                  <a:lnTo>
                    <a:pt x="4774926" y="0"/>
                  </a:lnTo>
                  <a:lnTo>
                    <a:pt x="0" y="0"/>
                  </a:lnTo>
                  <a:lnTo>
                    <a:pt x="0" y="1585912"/>
                  </a:lnTo>
                  <a:close/>
                </a:path>
              </a:pathLst>
            </a:custGeom>
            <a:solidFill>
              <a:srgbClr val="42A046">
                <a:alpha val="2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334230" y="4654934"/>
              <a:ext cx="57150" cy="1586230"/>
            </a:xfrm>
            <a:custGeom>
              <a:avLst/>
              <a:gdLst/>
              <a:ahLst/>
              <a:cxnLst/>
              <a:rect l="l" t="t" r="r" b="b"/>
              <a:pathLst>
                <a:path w="57150" h="1586229">
                  <a:moveTo>
                    <a:pt x="57150" y="1585912"/>
                  </a:moveTo>
                  <a:lnTo>
                    <a:pt x="0" y="1585912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1585912"/>
                  </a:lnTo>
                  <a:close/>
                </a:path>
              </a:pathLst>
            </a:custGeom>
            <a:solidFill>
              <a:srgbClr val="42A04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607280" y="5029901"/>
            <a:ext cx="32181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BOFU</a:t>
            </a:r>
            <a:r>
              <a:rPr sz="2400" b="1" spc="-17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35830" y="5463606"/>
            <a:ext cx="48958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Quick-</a:t>
            </a:r>
            <a:r>
              <a:rPr sz="2000" spc="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commerce</a:t>
            </a:r>
            <a:r>
              <a:rPr sz="2000" spc="-8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spotlights,</a:t>
            </a:r>
            <a:r>
              <a:rPr sz="2000" spc="-8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</a:t>
            </a:r>
            <a:r>
              <a:rPr sz="2000" spc="-8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435830" y="5739831"/>
            <a:ext cx="50203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(Study</a:t>
            </a:r>
            <a:r>
              <a:rPr sz="2000" spc="-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6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Boost),</a:t>
            </a:r>
            <a:r>
              <a:rPr sz="2000" spc="-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1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convenience</a:t>
            </a:r>
            <a:r>
              <a:rPr sz="2000" spc="-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messaging.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596772" y="4654934"/>
            <a:ext cx="4832350" cy="1586230"/>
            <a:chOff x="12596772" y="4654934"/>
            <a:chExt cx="4832350" cy="1586230"/>
          </a:xfrm>
        </p:grpSpPr>
        <p:sp>
          <p:nvSpPr>
            <p:cNvPr id="21" name="object 21"/>
            <p:cNvSpPr/>
            <p:nvPr/>
          </p:nvSpPr>
          <p:spPr>
            <a:xfrm>
              <a:off x="12653922" y="4654934"/>
              <a:ext cx="4775200" cy="1586230"/>
            </a:xfrm>
            <a:custGeom>
              <a:avLst/>
              <a:gdLst/>
              <a:ahLst/>
              <a:cxnLst/>
              <a:rect l="l" t="t" r="r" b="b"/>
              <a:pathLst>
                <a:path w="4775200" h="1586229">
                  <a:moveTo>
                    <a:pt x="0" y="1585912"/>
                  </a:moveTo>
                  <a:lnTo>
                    <a:pt x="4774926" y="1585912"/>
                  </a:lnTo>
                  <a:lnTo>
                    <a:pt x="4774926" y="0"/>
                  </a:lnTo>
                  <a:lnTo>
                    <a:pt x="0" y="0"/>
                  </a:lnTo>
                  <a:lnTo>
                    <a:pt x="0" y="1585912"/>
                  </a:lnTo>
                  <a:close/>
                </a:path>
              </a:pathLst>
            </a:custGeom>
            <a:solidFill>
              <a:srgbClr val="42A046">
                <a:alpha val="2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2596772" y="4654934"/>
              <a:ext cx="57150" cy="1586230"/>
            </a:xfrm>
            <a:custGeom>
              <a:avLst/>
              <a:gdLst/>
              <a:ahLst/>
              <a:cxnLst/>
              <a:rect l="l" t="t" r="r" b="b"/>
              <a:pathLst>
                <a:path w="57150" h="1586229">
                  <a:moveTo>
                    <a:pt x="57150" y="1585912"/>
                  </a:moveTo>
                  <a:lnTo>
                    <a:pt x="0" y="1585912"/>
                  </a:lnTo>
                  <a:lnTo>
                    <a:pt x="0" y="0"/>
                  </a:lnTo>
                  <a:lnTo>
                    <a:pt x="57150" y="0"/>
                  </a:lnTo>
                  <a:lnTo>
                    <a:pt x="57150" y="1585912"/>
                  </a:lnTo>
                  <a:close/>
                </a:path>
              </a:pathLst>
            </a:custGeom>
            <a:solidFill>
              <a:srgbClr val="42A046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2809794" y="5018128"/>
            <a:ext cx="19570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400" b="1" spc="-15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NURTURING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794554" y="5409288"/>
            <a:ext cx="4512945" cy="614977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R="5080">
              <a:lnSpc>
                <a:spcPct val="100699"/>
              </a:lnSpc>
              <a:spcBef>
                <a:spcPts val="85"/>
              </a:spcBef>
            </a:pP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Retargeting</a:t>
            </a:r>
            <a:r>
              <a:rPr sz="2000" spc="-3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7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ads,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sz="2000" spc="-3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newsletters,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</a:t>
            </a:r>
            <a:r>
              <a:rPr sz="2000" spc="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sz="2000" spc="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 reminders.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83430" y="6870338"/>
            <a:ext cx="8585220" cy="2698175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341630" rIns="0" bIns="0" rtlCol="0">
            <a:spAutoFit/>
          </a:bodyPr>
          <a:lstStyle/>
          <a:p>
            <a:pPr marR="675005" algn="ctr">
              <a:lnSpc>
                <a:spcPts val="2705"/>
              </a:lnSpc>
              <a:spcBef>
                <a:spcPts val="2690"/>
              </a:spcBef>
            </a:pPr>
            <a:r>
              <a:rPr sz="2400" b="1" spc="-8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“LEAD</a:t>
            </a:r>
            <a:r>
              <a:rPr sz="2400" b="1" spc="-12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9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MAGNETS</a:t>
            </a:r>
            <a:r>
              <a:rPr sz="2400" b="1" spc="-114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33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b="1" spc="-114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6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400" b="1" spc="-114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HOOKS”</a:t>
            </a:r>
            <a:endParaRPr lang="en-US" sz="2400" b="1" spc="-10" dirty="0">
              <a:solidFill>
                <a:srgbClr val="2E7D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675005" algn="ctr">
              <a:lnSpc>
                <a:spcPts val="2705"/>
              </a:lnSpc>
              <a:spcBef>
                <a:spcPts val="2690"/>
              </a:spcBef>
            </a:pPr>
            <a:endParaRPr sz="2400" dirty="0">
              <a:solidFill>
                <a:srgbClr val="2E7D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>
              <a:lnSpc>
                <a:spcPts val="1985"/>
              </a:lnSpc>
            </a:pPr>
            <a:r>
              <a:rPr sz="3200" spc="-3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</a:t>
            </a:r>
            <a:r>
              <a:rPr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purchase</a:t>
            </a:r>
            <a:r>
              <a:rPr sz="3200" spc="-4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discounts</a:t>
            </a:r>
            <a:r>
              <a:rPr sz="3200" spc="-4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4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6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z="3200" spc="-4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sz="3200" spc="-4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sign-</a:t>
            </a:r>
            <a:r>
              <a:rPr sz="3200" spc="-2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ups.</a:t>
            </a:r>
            <a:endParaRPr lang="en-US" sz="3200" spc="-20" dirty="0">
              <a:solidFill>
                <a:srgbClr val="2E7D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>
              <a:lnSpc>
                <a:spcPts val="1985"/>
              </a:lnSpc>
            </a:pPr>
            <a:r>
              <a:rPr lang="en-US"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114300">
              <a:lnSpc>
                <a:spcPts val="1985"/>
              </a:lnSpc>
            </a:pPr>
            <a:r>
              <a:rPr sz="3200" spc="-1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</a:t>
            </a:r>
            <a:r>
              <a:rPr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sz="3200" spc="-1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Drink</a:t>
            </a:r>
            <a:r>
              <a:rPr sz="3200" spc="-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Routine</a:t>
            </a:r>
            <a:r>
              <a:rPr lang="en-US"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guides.</a:t>
            </a:r>
          </a:p>
          <a:p>
            <a:pPr marL="114300">
              <a:lnSpc>
                <a:spcPts val="1985"/>
              </a:lnSpc>
            </a:pPr>
            <a:endParaRPr lang="en-IN" sz="3200" spc="-10" dirty="0">
              <a:solidFill>
                <a:srgbClr val="2E7D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>
              <a:lnSpc>
                <a:spcPts val="1985"/>
              </a:lnSpc>
            </a:pPr>
            <a:r>
              <a:rPr sz="3200" spc="-1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Introductory</a:t>
            </a:r>
            <a:r>
              <a:rPr sz="3200" spc="-4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2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trial</a:t>
            </a:r>
            <a:r>
              <a:rPr sz="3200" spc="-4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bundles</a:t>
            </a:r>
            <a:r>
              <a:rPr sz="3200" spc="-4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3200" spc="-4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55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</a:t>
            </a:r>
            <a:r>
              <a:rPr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320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customer</a:t>
            </a:r>
            <a:r>
              <a:rPr sz="3200" spc="-10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3200" dirty="0">
              <a:solidFill>
                <a:srgbClr val="2E7D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66310" y="1439495"/>
            <a:ext cx="10533380" cy="63042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algn="ctr">
              <a:lnSpc>
                <a:spcPts val="2330"/>
              </a:lnSpc>
              <a:spcBef>
                <a:spcPts val="235"/>
              </a:spcBef>
            </a:pPr>
            <a:r>
              <a:rPr sz="2800" b="1" spc="-65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“Engaging</a:t>
            </a:r>
            <a:r>
              <a:rPr sz="2800" b="1" spc="-8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health-</a:t>
            </a:r>
            <a:r>
              <a:rPr sz="2800" b="1" spc="-75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conscious </a:t>
            </a:r>
            <a:r>
              <a:rPr sz="2800" b="1" spc="-8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consumers</a:t>
            </a:r>
            <a:r>
              <a:rPr sz="2800" b="1" spc="-75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85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800" b="1" spc="-75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9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</a:t>
            </a:r>
            <a:r>
              <a:rPr sz="2800" b="1" spc="-6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</a:t>
            </a:r>
            <a:r>
              <a:rPr sz="2800" b="1" spc="-75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14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r>
              <a:rPr sz="2800" b="1" spc="-8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75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b="1" spc="-1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strategic </a:t>
            </a:r>
            <a:r>
              <a:rPr sz="2800" b="1" spc="-95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sz="2800" b="1" spc="-9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offerings”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C271798-602A-C3FD-B06B-3A5EE94688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23" r="16577"/>
          <a:stretch>
            <a:fillRect/>
          </a:stretch>
        </p:blipFill>
        <p:spPr>
          <a:xfrm>
            <a:off x="498048" y="2209800"/>
            <a:ext cx="6257548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106" y="2273592"/>
            <a:ext cx="5114129" cy="6165001"/>
            <a:chOff x="0" y="0"/>
            <a:chExt cx="675513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6754811" cy="102869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6667500" cy="10287000"/>
            </a:xfrm>
            <a:custGeom>
              <a:avLst/>
              <a:gdLst/>
              <a:ahLst/>
              <a:cxnLst/>
              <a:rect l="l" t="t" r="r" b="b"/>
              <a:pathLst>
                <a:path w="6667500" h="10287000">
                  <a:moveTo>
                    <a:pt x="6667461" y="10286940"/>
                  </a:moveTo>
                  <a:lnTo>
                    <a:pt x="0" y="10286940"/>
                  </a:lnTo>
                  <a:lnTo>
                    <a:pt x="0" y="0"/>
                  </a:lnTo>
                  <a:lnTo>
                    <a:pt x="6667461" y="0"/>
                  </a:lnTo>
                  <a:lnTo>
                    <a:pt x="6667461" y="10286940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808188" y="470395"/>
            <a:ext cx="7503327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u="heavy" spc="-10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POEM</a:t>
            </a:r>
            <a:r>
              <a:rPr sz="3200" u="heavy" spc="-165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u="heavy" spc="-40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</a:t>
            </a:r>
            <a:r>
              <a:rPr sz="3200" u="heavy" spc="-165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u="heavy" spc="-120" dirty="0">
                <a:solidFill>
                  <a:schemeClr val="accent6">
                    <a:lumMod val="75000"/>
                  </a:schemeClr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sz="32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0" y="5827050"/>
            <a:ext cx="4920798" cy="175368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 algn="ctr">
              <a:spcBef>
                <a:spcPts val="235"/>
              </a:spcBef>
            </a:pPr>
            <a:r>
              <a:rPr sz="2800" spc="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</a:t>
            </a:r>
            <a:r>
              <a:rPr sz="2800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sz="2800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</a:t>
            </a:r>
            <a:r>
              <a:rPr sz="2800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</a:t>
            </a:r>
            <a:r>
              <a:rPr sz="2800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discovery,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28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credibility,</a:t>
            </a:r>
            <a:r>
              <a:rPr sz="28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</a:t>
            </a:r>
            <a:r>
              <a:rPr sz="28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 trust</a:t>
            </a:r>
            <a:r>
              <a:rPr sz="2800" spc="-1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1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7229818" y="1660842"/>
            <a:ext cx="6993915" cy="6193791"/>
            <a:chOff x="7229818" y="1133868"/>
            <a:chExt cx="6993915" cy="9153525"/>
          </a:xfrm>
        </p:grpSpPr>
        <p:sp>
          <p:nvSpPr>
            <p:cNvPr id="8" name="object 8"/>
            <p:cNvSpPr/>
            <p:nvPr/>
          </p:nvSpPr>
          <p:spPr>
            <a:xfrm>
              <a:off x="7229818" y="1133868"/>
              <a:ext cx="3510915" cy="6720765"/>
            </a:xfrm>
            <a:custGeom>
              <a:avLst/>
              <a:gdLst/>
              <a:ahLst/>
              <a:cxnLst/>
              <a:rect l="l" t="t" r="r" b="b"/>
              <a:pathLst>
                <a:path w="3510915" h="9153525">
                  <a:moveTo>
                    <a:pt x="3510813" y="9131"/>
                  </a:moveTo>
                  <a:lnTo>
                    <a:pt x="3501669" y="9131"/>
                  </a:lnTo>
                  <a:lnTo>
                    <a:pt x="3501669" y="8890"/>
                  </a:lnTo>
                  <a:lnTo>
                    <a:pt x="3510800" y="8890"/>
                  </a:lnTo>
                  <a:lnTo>
                    <a:pt x="3510800" y="3810"/>
                  </a:lnTo>
                  <a:lnTo>
                    <a:pt x="3508616" y="3810"/>
                  </a:lnTo>
                  <a:lnTo>
                    <a:pt x="3508616" y="0"/>
                  </a:lnTo>
                  <a:lnTo>
                    <a:pt x="3492525" y="0"/>
                  </a:lnTo>
                  <a:lnTo>
                    <a:pt x="3492525" y="8890"/>
                  </a:lnTo>
                  <a:lnTo>
                    <a:pt x="3492525" y="9131"/>
                  </a:lnTo>
                  <a:lnTo>
                    <a:pt x="3492525" y="18275"/>
                  </a:lnTo>
                  <a:lnTo>
                    <a:pt x="3492525" y="9143987"/>
                  </a:lnTo>
                  <a:lnTo>
                    <a:pt x="18288" y="9143987"/>
                  </a:lnTo>
                  <a:lnTo>
                    <a:pt x="18288" y="18275"/>
                  </a:lnTo>
                  <a:lnTo>
                    <a:pt x="3492525" y="18275"/>
                  </a:lnTo>
                  <a:lnTo>
                    <a:pt x="3492525" y="9131"/>
                  </a:lnTo>
                  <a:lnTo>
                    <a:pt x="18288" y="9131"/>
                  </a:lnTo>
                  <a:lnTo>
                    <a:pt x="9144" y="9131"/>
                  </a:lnTo>
                  <a:lnTo>
                    <a:pt x="9144" y="8890"/>
                  </a:lnTo>
                  <a:lnTo>
                    <a:pt x="3492525" y="8890"/>
                  </a:lnTo>
                  <a:lnTo>
                    <a:pt x="3492525" y="0"/>
                  </a:lnTo>
                  <a:lnTo>
                    <a:pt x="2184" y="0"/>
                  </a:lnTo>
                  <a:lnTo>
                    <a:pt x="2184" y="3810"/>
                  </a:lnTo>
                  <a:lnTo>
                    <a:pt x="0" y="381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9144000"/>
                  </a:lnTo>
                  <a:lnTo>
                    <a:pt x="0" y="9152890"/>
                  </a:lnTo>
                  <a:lnTo>
                    <a:pt x="9144" y="9152890"/>
                  </a:lnTo>
                  <a:lnTo>
                    <a:pt x="9144" y="9153131"/>
                  </a:lnTo>
                  <a:lnTo>
                    <a:pt x="18288" y="9153131"/>
                  </a:lnTo>
                  <a:lnTo>
                    <a:pt x="3492525" y="9153131"/>
                  </a:lnTo>
                  <a:lnTo>
                    <a:pt x="3492525" y="9152890"/>
                  </a:lnTo>
                  <a:lnTo>
                    <a:pt x="3501669" y="9152890"/>
                  </a:lnTo>
                  <a:lnTo>
                    <a:pt x="3501669" y="9153131"/>
                  </a:lnTo>
                  <a:lnTo>
                    <a:pt x="3510813" y="9153131"/>
                  </a:lnTo>
                  <a:lnTo>
                    <a:pt x="3510813" y="9143987"/>
                  </a:lnTo>
                  <a:lnTo>
                    <a:pt x="3510800" y="18275"/>
                  </a:lnTo>
                  <a:lnTo>
                    <a:pt x="3510813" y="9131"/>
                  </a:lnTo>
                  <a:close/>
                </a:path>
              </a:pathLst>
            </a:custGeom>
            <a:solidFill>
              <a:srgbClr val="FF6D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0712444" y="1142999"/>
              <a:ext cx="3502660" cy="6515101"/>
            </a:xfrm>
            <a:custGeom>
              <a:avLst/>
              <a:gdLst/>
              <a:ahLst/>
              <a:cxnLst/>
              <a:rect l="l" t="t" r="r" b="b"/>
              <a:pathLst>
                <a:path w="3502659" h="9144000">
                  <a:moveTo>
                    <a:pt x="3502056" y="9143999"/>
                  </a:moveTo>
                  <a:lnTo>
                    <a:pt x="0" y="9143999"/>
                  </a:lnTo>
                  <a:lnTo>
                    <a:pt x="0" y="0"/>
                  </a:lnTo>
                  <a:lnTo>
                    <a:pt x="3502056" y="0"/>
                  </a:lnTo>
                  <a:lnTo>
                    <a:pt x="3502056" y="91439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10703293" y="1133868"/>
              <a:ext cx="3520440" cy="9153525"/>
            </a:xfrm>
            <a:custGeom>
              <a:avLst/>
              <a:gdLst/>
              <a:ahLst/>
              <a:cxnLst/>
              <a:rect l="l" t="t" r="r" b="b"/>
              <a:pathLst>
                <a:path w="3520440" h="9153525">
                  <a:moveTo>
                    <a:pt x="3520351" y="3810"/>
                  </a:moveTo>
                  <a:lnTo>
                    <a:pt x="3518154" y="3810"/>
                  </a:lnTo>
                  <a:lnTo>
                    <a:pt x="3518154" y="0"/>
                  </a:lnTo>
                  <a:lnTo>
                    <a:pt x="3502063" y="0"/>
                  </a:lnTo>
                  <a:lnTo>
                    <a:pt x="3502063" y="8890"/>
                  </a:lnTo>
                  <a:lnTo>
                    <a:pt x="3502063" y="9131"/>
                  </a:lnTo>
                  <a:lnTo>
                    <a:pt x="3502063" y="18275"/>
                  </a:lnTo>
                  <a:lnTo>
                    <a:pt x="3502063" y="9143987"/>
                  </a:lnTo>
                  <a:lnTo>
                    <a:pt x="18288" y="9143987"/>
                  </a:lnTo>
                  <a:lnTo>
                    <a:pt x="18288" y="18275"/>
                  </a:lnTo>
                  <a:lnTo>
                    <a:pt x="3502063" y="18275"/>
                  </a:lnTo>
                  <a:lnTo>
                    <a:pt x="3502063" y="9131"/>
                  </a:lnTo>
                  <a:lnTo>
                    <a:pt x="18288" y="9131"/>
                  </a:lnTo>
                  <a:lnTo>
                    <a:pt x="9144" y="9131"/>
                  </a:lnTo>
                  <a:lnTo>
                    <a:pt x="9144" y="8890"/>
                  </a:lnTo>
                  <a:lnTo>
                    <a:pt x="3502063" y="8890"/>
                  </a:lnTo>
                  <a:lnTo>
                    <a:pt x="3502063" y="0"/>
                  </a:lnTo>
                  <a:lnTo>
                    <a:pt x="2197" y="0"/>
                  </a:lnTo>
                  <a:lnTo>
                    <a:pt x="2197" y="3810"/>
                  </a:lnTo>
                  <a:lnTo>
                    <a:pt x="0" y="381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9144000"/>
                  </a:lnTo>
                  <a:lnTo>
                    <a:pt x="0" y="9152890"/>
                  </a:lnTo>
                  <a:lnTo>
                    <a:pt x="9144" y="9152890"/>
                  </a:lnTo>
                  <a:lnTo>
                    <a:pt x="9144" y="9153131"/>
                  </a:lnTo>
                  <a:lnTo>
                    <a:pt x="18288" y="9153131"/>
                  </a:lnTo>
                  <a:lnTo>
                    <a:pt x="3502063" y="9153131"/>
                  </a:lnTo>
                  <a:lnTo>
                    <a:pt x="3502063" y="9152890"/>
                  </a:lnTo>
                  <a:lnTo>
                    <a:pt x="3511207" y="9152890"/>
                  </a:lnTo>
                  <a:lnTo>
                    <a:pt x="3511207" y="9153131"/>
                  </a:lnTo>
                  <a:lnTo>
                    <a:pt x="3520351" y="9153131"/>
                  </a:lnTo>
                  <a:lnTo>
                    <a:pt x="3520351" y="9131"/>
                  </a:lnTo>
                  <a:lnTo>
                    <a:pt x="3511207" y="9131"/>
                  </a:lnTo>
                  <a:lnTo>
                    <a:pt x="3511207" y="8890"/>
                  </a:lnTo>
                  <a:lnTo>
                    <a:pt x="3520351" y="8890"/>
                  </a:lnTo>
                  <a:lnTo>
                    <a:pt x="3520351" y="3810"/>
                  </a:lnTo>
                  <a:close/>
                </a:path>
              </a:pathLst>
            </a:custGeom>
            <a:solidFill>
              <a:srgbClr val="FF6D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5989140" y="1729035"/>
            <a:ext cx="17077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3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PAID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77199" y="2500560"/>
            <a:ext cx="3137198" cy="199253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7655" indent="-285750">
              <a:lnSpc>
                <a:spcPct val="100000"/>
              </a:lnSpc>
              <a:spcBef>
                <a:spcPts val="340"/>
              </a:spcBef>
              <a:buFont typeface="Wingdings" panose="05000000000000000000" pitchFamily="2" charset="2"/>
              <a:buChar char="Ø"/>
              <a:tabLst>
                <a:tab pos="13970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Targeted</a:t>
            </a:r>
            <a:r>
              <a:rPr sz="2400" spc="-1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sz="2400" spc="-1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-1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FB</a:t>
            </a:r>
            <a:r>
              <a:rPr sz="2400" spc="-1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lvl="1" indent="-285750">
              <a:lnSpc>
                <a:spcPct val="100000"/>
              </a:lnSpc>
              <a:spcBef>
                <a:spcPts val="240"/>
              </a:spcBef>
              <a:buFont typeface="Wingdings" panose="05000000000000000000" pitchFamily="2" charset="2"/>
              <a:buChar char="Ø"/>
              <a:tabLst>
                <a:tab pos="19939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Sponsored</a:t>
            </a:r>
            <a:r>
              <a:rPr sz="2400" spc="-6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Influencers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lvl="1" indent="-285750">
              <a:lnSpc>
                <a:spcPct val="100000"/>
              </a:lnSpc>
              <a:spcBef>
                <a:spcPts val="240"/>
              </a:spcBef>
              <a:buFont typeface="Wingdings" panose="05000000000000000000" pitchFamily="2" charset="2"/>
              <a:buChar char="Ø"/>
              <a:tabLst>
                <a:tab pos="19939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sz="2400" spc="-8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sz="2400" spc="-7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563880" lvl="1" indent="-285750">
              <a:lnSpc>
                <a:spcPct val="111100"/>
              </a:lnSpc>
              <a:buFont typeface="Wingdings" panose="05000000000000000000" pitchFamily="2" charset="2"/>
              <a:buChar char="Ø"/>
              <a:tabLst>
                <a:tab pos="19939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Quick-</a:t>
            </a:r>
            <a:r>
              <a:rPr sz="2400" spc="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commerce </a:t>
            </a:r>
            <a:r>
              <a:rPr sz="24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Placements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27667" y="6703893"/>
            <a:ext cx="3270885" cy="984821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 marR="5080">
              <a:lnSpc>
                <a:spcPct val="65600"/>
              </a:lnSpc>
              <a:spcBef>
                <a:spcPts val="925"/>
              </a:spcBef>
            </a:pPr>
            <a:r>
              <a:rPr sz="2800" b="1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sz="2800" b="1" spc="-8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</a:t>
            </a:r>
            <a:r>
              <a:rPr sz="2800" b="1" spc="-8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discovery</a:t>
            </a:r>
            <a:r>
              <a:rPr sz="2800" b="1" spc="-8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800" b="1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attract</a:t>
            </a:r>
            <a:r>
              <a:rPr sz="2800" b="1" spc="-3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</a:t>
            </a:r>
            <a:r>
              <a:rPr sz="2800" b="1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sz="2800" b="1" spc="-3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61630" y="1660838"/>
            <a:ext cx="169822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OWNED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661764" y="2432367"/>
            <a:ext cx="4267954" cy="1627882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7655" indent="-285750">
              <a:lnSpc>
                <a:spcPct val="100000"/>
              </a:lnSpc>
              <a:spcBef>
                <a:spcPts val="340"/>
              </a:spcBef>
              <a:buFont typeface="Wingdings" panose="05000000000000000000" pitchFamily="2" charset="2"/>
              <a:buChar char="Ø"/>
              <a:tabLst>
                <a:tab pos="13970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Official</a:t>
            </a:r>
            <a:r>
              <a:rPr sz="24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sz="2400" spc="-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312420" lvl="1" indent="-285750">
              <a:lnSpc>
                <a:spcPct val="111100"/>
              </a:lnSpc>
              <a:buFont typeface="Wingdings" panose="05000000000000000000" pitchFamily="2" charset="2"/>
              <a:buChar char="Ø"/>
              <a:tabLst>
                <a:tab pos="19939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sz="2400" spc="-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sz="2400" spc="-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</a:t>
            </a:r>
            <a:r>
              <a:rPr sz="24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8450" marR="370840" lvl="1" indent="-285750">
              <a:lnSpc>
                <a:spcPct val="111100"/>
              </a:lnSpc>
              <a:buFont typeface="Wingdings" panose="05000000000000000000" pitchFamily="2" charset="2"/>
              <a:buChar char="Ø"/>
              <a:tabLst>
                <a:tab pos="19939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2400" spc="-9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-8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WhatsApp </a:t>
            </a:r>
            <a:r>
              <a:rPr sz="24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lvl="1" indent="-285750">
              <a:lnSpc>
                <a:spcPct val="100000"/>
              </a:lnSpc>
              <a:spcBef>
                <a:spcPts val="240"/>
              </a:spcBef>
              <a:buFont typeface="Wingdings" panose="05000000000000000000" pitchFamily="2" charset="2"/>
              <a:buChar char="Ø"/>
              <a:tabLst>
                <a:tab pos="199390" algn="l"/>
              </a:tabLst>
            </a:pPr>
            <a:r>
              <a:rPr sz="2400" spc="6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2400" spc="-13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</a:t>
            </a:r>
            <a:r>
              <a:rPr sz="2400" spc="-13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833232" y="6703893"/>
            <a:ext cx="3171825" cy="1037079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>
              <a:lnSpc>
                <a:spcPct val="72900"/>
              </a:lnSpc>
              <a:spcBef>
                <a:spcPts val="685"/>
              </a:spcBef>
            </a:pPr>
            <a:r>
              <a:rPr sz="2800" b="1" spc="-10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sz="2800" b="1" spc="-8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educate</a:t>
            </a:r>
            <a:r>
              <a:rPr sz="2800" b="1" spc="-8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6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consumers and</a:t>
            </a:r>
            <a:r>
              <a:rPr sz="2800" b="1" spc="-10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5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2800" b="1" spc="-10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6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sz="2800" b="1" spc="-10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195755" y="1660829"/>
            <a:ext cx="3529965" cy="6193791"/>
            <a:chOff x="14195755" y="1133855"/>
            <a:chExt cx="3529965" cy="9153525"/>
          </a:xfrm>
        </p:grpSpPr>
        <p:sp>
          <p:nvSpPr>
            <p:cNvPr id="18" name="object 18"/>
            <p:cNvSpPr/>
            <p:nvPr/>
          </p:nvSpPr>
          <p:spPr>
            <a:xfrm>
              <a:off x="14204899" y="1142999"/>
              <a:ext cx="3512185" cy="9144000"/>
            </a:xfrm>
            <a:custGeom>
              <a:avLst/>
              <a:gdLst/>
              <a:ahLst/>
              <a:cxnLst/>
              <a:rect l="l" t="t" r="r" b="b"/>
              <a:pathLst>
                <a:path w="3512184" h="9144000">
                  <a:moveTo>
                    <a:pt x="3511581" y="9143998"/>
                  </a:moveTo>
                  <a:lnTo>
                    <a:pt x="0" y="9143998"/>
                  </a:lnTo>
                  <a:lnTo>
                    <a:pt x="0" y="0"/>
                  </a:lnTo>
                  <a:lnTo>
                    <a:pt x="3511581" y="0"/>
                  </a:lnTo>
                  <a:lnTo>
                    <a:pt x="3511581" y="9143998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14195743" y="1133868"/>
              <a:ext cx="3529965" cy="9153525"/>
            </a:xfrm>
            <a:custGeom>
              <a:avLst/>
              <a:gdLst/>
              <a:ahLst/>
              <a:cxnLst/>
              <a:rect l="l" t="t" r="r" b="b"/>
              <a:pathLst>
                <a:path w="3529965" h="9153525">
                  <a:moveTo>
                    <a:pt x="3529876" y="9131"/>
                  </a:moveTo>
                  <a:lnTo>
                    <a:pt x="3520732" y="9131"/>
                  </a:lnTo>
                  <a:lnTo>
                    <a:pt x="3520732" y="8890"/>
                  </a:lnTo>
                  <a:lnTo>
                    <a:pt x="3529838" y="8890"/>
                  </a:lnTo>
                  <a:lnTo>
                    <a:pt x="3529838" y="3810"/>
                  </a:lnTo>
                  <a:lnTo>
                    <a:pt x="3527666" y="3810"/>
                  </a:lnTo>
                  <a:lnTo>
                    <a:pt x="3527666" y="0"/>
                  </a:lnTo>
                  <a:lnTo>
                    <a:pt x="3511588" y="0"/>
                  </a:lnTo>
                  <a:lnTo>
                    <a:pt x="3511588" y="8890"/>
                  </a:lnTo>
                  <a:lnTo>
                    <a:pt x="3511588" y="9131"/>
                  </a:lnTo>
                  <a:lnTo>
                    <a:pt x="3511588" y="18275"/>
                  </a:lnTo>
                  <a:lnTo>
                    <a:pt x="3511588" y="9143987"/>
                  </a:lnTo>
                  <a:lnTo>
                    <a:pt x="18288" y="9143987"/>
                  </a:lnTo>
                  <a:lnTo>
                    <a:pt x="18288" y="18275"/>
                  </a:lnTo>
                  <a:lnTo>
                    <a:pt x="3511588" y="18275"/>
                  </a:lnTo>
                  <a:lnTo>
                    <a:pt x="3511588" y="9131"/>
                  </a:lnTo>
                  <a:lnTo>
                    <a:pt x="18288" y="9131"/>
                  </a:lnTo>
                  <a:lnTo>
                    <a:pt x="9144" y="9131"/>
                  </a:lnTo>
                  <a:lnTo>
                    <a:pt x="9144" y="8890"/>
                  </a:lnTo>
                  <a:lnTo>
                    <a:pt x="3511588" y="8890"/>
                  </a:lnTo>
                  <a:lnTo>
                    <a:pt x="3511588" y="0"/>
                  </a:lnTo>
                  <a:lnTo>
                    <a:pt x="2197" y="0"/>
                  </a:lnTo>
                  <a:lnTo>
                    <a:pt x="2197" y="3810"/>
                  </a:lnTo>
                  <a:lnTo>
                    <a:pt x="0" y="3810"/>
                  </a:lnTo>
                  <a:lnTo>
                    <a:pt x="0" y="8890"/>
                  </a:lnTo>
                  <a:lnTo>
                    <a:pt x="0" y="17780"/>
                  </a:lnTo>
                  <a:lnTo>
                    <a:pt x="0" y="9144000"/>
                  </a:lnTo>
                  <a:lnTo>
                    <a:pt x="0" y="9152890"/>
                  </a:lnTo>
                  <a:lnTo>
                    <a:pt x="9144" y="9152890"/>
                  </a:lnTo>
                  <a:lnTo>
                    <a:pt x="9144" y="9153131"/>
                  </a:lnTo>
                  <a:lnTo>
                    <a:pt x="18288" y="9153131"/>
                  </a:lnTo>
                  <a:lnTo>
                    <a:pt x="3511588" y="9153131"/>
                  </a:lnTo>
                  <a:lnTo>
                    <a:pt x="3511588" y="9152890"/>
                  </a:lnTo>
                  <a:lnTo>
                    <a:pt x="3520732" y="9152890"/>
                  </a:lnTo>
                  <a:lnTo>
                    <a:pt x="3520732" y="9153131"/>
                  </a:lnTo>
                  <a:lnTo>
                    <a:pt x="3529876" y="9153131"/>
                  </a:lnTo>
                  <a:lnTo>
                    <a:pt x="3529876" y="9143987"/>
                  </a:lnTo>
                  <a:lnTo>
                    <a:pt x="3529838" y="18275"/>
                  </a:lnTo>
                  <a:lnTo>
                    <a:pt x="3529876" y="9131"/>
                  </a:lnTo>
                  <a:close/>
                </a:path>
              </a:pathLst>
            </a:custGeom>
            <a:solidFill>
              <a:srgbClr val="FF6D00">
                <a:alpha val="9999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4754212" y="1603692"/>
            <a:ext cx="1661738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EARNED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182655" y="2432367"/>
            <a:ext cx="3575082" cy="392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655" marR="5080" indent="-285750">
              <a:lnSpc>
                <a:spcPct val="1111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13970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sz="2400" spc="-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Reviews</a:t>
            </a:r>
            <a:r>
              <a:rPr sz="2400" spc="-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spc="-8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sz="18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182655" y="2755251"/>
            <a:ext cx="3306445" cy="1202893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87655" indent="-285750">
              <a:lnSpc>
                <a:spcPct val="100000"/>
              </a:lnSpc>
              <a:spcBef>
                <a:spcPts val="340"/>
              </a:spcBef>
              <a:buFont typeface="Wingdings" panose="05000000000000000000" pitchFamily="2" charset="2"/>
              <a:buChar char="Ø"/>
              <a:tabLst>
                <a:tab pos="13970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</a:t>
            </a:r>
            <a:r>
              <a:rPr sz="2400" spc="-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Social</a:t>
            </a:r>
            <a:r>
              <a:rPr sz="2400" spc="-1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655" indent="-285750">
              <a:lnSpc>
                <a:spcPct val="100000"/>
              </a:lnSpc>
              <a:spcBef>
                <a:spcPts val="240"/>
              </a:spcBef>
              <a:buFont typeface="Wingdings" panose="05000000000000000000" pitchFamily="2" charset="2"/>
              <a:buChar char="Ø"/>
              <a:tabLst>
                <a:tab pos="13970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Wellness</a:t>
            </a:r>
            <a:r>
              <a:rPr sz="2400" spc="-9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Blog</a:t>
            </a:r>
            <a:r>
              <a:rPr sz="2400" spc="-9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7655" indent="-285750">
              <a:lnSpc>
                <a:spcPct val="100000"/>
              </a:lnSpc>
              <a:spcBef>
                <a:spcPts val="240"/>
              </a:spcBef>
              <a:buFont typeface="Wingdings" panose="05000000000000000000" pitchFamily="2" charset="2"/>
              <a:buChar char="Ø"/>
              <a:tabLst>
                <a:tab pos="139700" algn="l"/>
              </a:tabLst>
            </a:pPr>
            <a:r>
              <a:rPr sz="24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Word-</a:t>
            </a:r>
            <a:r>
              <a:rPr sz="2400" spc="-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of-</a:t>
            </a:r>
            <a:r>
              <a:rPr sz="2400" spc="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Mouth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489758" y="3958144"/>
            <a:ext cx="256141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370190" y="6653885"/>
            <a:ext cx="330644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sz="2800" b="1" spc="-8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7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</a:t>
            </a:r>
            <a:r>
              <a:rPr sz="2800" b="1" spc="-8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trust </a:t>
            </a:r>
            <a:r>
              <a:rPr sz="2800" b="1" spc="-2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384152" y="7417092"/>
            <a:ext cx="284138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influence</a:t>
            </a:r>
            <a:r>
              <a:rPr sz="2800" b="1" spc="-8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7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734" y="1848407"/>
            <a:ext cx="4920799" cy="3071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0"/>
            <a:ext cx="5334000" cy="10287000"/>
          </a:xfrm>
          <a:custGeom>
            <a:avLst/>
            <a:gdLst/>
            <a:ahLst/>
            <a:cxnLst/>
            <a:rect l="l" t="t" r="r" b="b"/>
            <a:pathLst>
              <a:path w="6477000" h="10287000">
                <a:moveTo>
                  <a:pt x="6476980" y="10286969"/>
                </a:moveTo>
                <a:lnTo>
                  <a:pt x="0" y="10286969"/>
                </a:lnTo>
                <a:lnTo>
                  <a:pt x="0" y="0"/>
                </a:lnTo>
                <a:lnTo>
                  <a:pt x="6476980" y="0"/>
                </a:lnTo>
                <a:lnTo>
                  <a:pt x="6476980" y="10286969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-180849" y="230993"/>
            <a:ext cx="5654085" cy="1563934"/>
          </a:xfrm>
          <a:prstGeom prst="rect">
            <a:avLst/>
          </a:prstGeom>
        </p:spPr>
        <p:txBody>
          <a:bodyPr vert="horz" wrap="square" lIns="0" tIns="451529" rIns="0" bIns="0" rtlCol="0">
            <a:spAutoFit/>
          </a:bodyPr>
          <a:lstStyle/>
          <a:p>
            <a:pPr marL="263525">
              <a:lnSpc>
                <a:spcPct val="100000"/>
              </a:lnSpc>
              <a:spcBef>
                <a:spcPts val="100"/>
              </a:spcBef>
            </a:pPr>
            <a:r>
              <a:rPr sz="36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sz="36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36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SEO</a:t>
            </a:r>
            <a:r>
              <a:rPr sz="36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spc="-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96583" y="6636038"/>
            <a:ext cx="4278102" cy="16224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1100"/>
              </a:lnSpc>
              <a:spcBef>
                <a:spcPts val="100"/>
              </a:spcBef>
            </a:pP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FruitVita's</a:t>
            </a:r>
            <a:r>
              <a:rPr sz="24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digital</a:t>
            </a:r>
            <a:r>
              <a:rPr sz="240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hub:</a:t>
            </a:r>
            <a:r>
              <a:rPr sz="2400" u="sng" spc="-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Driving</a:t>
            </a: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credibili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</a:t>
            </a:r>
            <a:r>
              <a:rPr sz="2400" u="sng" spc="2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4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the CRDC framework and organic</a:t>
            </a:r>
            <a:r>
              <a:rPr sz="2400" u="sng" spc="-5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sng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growth </a:t>
            </a:r>
            <a:r>
              <a:rPr sz="2400" u="sng" spc="-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u="sng" spc="-2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SEO.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59505" y="1136547"/>
            <a:ext cx="70815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8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sz="3200" b="1" spc="-10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6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sz="3200" b="1" spc="-10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6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(CRDC)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93123" y="3823353"/>
            <a:ext cx="5147117" cy="1969477"/>
            <a:chOff x="7334230" y="3823353"/>
            <a:chExt cx="4906010" cy="1268095"/>
          </a:xfrm>
        </p:grpSpPr>
        <p:sp>
          <p:nvSpPr>
            <p:cNvPr id="9" name="object 9"/>
            <p:cNvSpPr/>
            <p:nvPr/>
          </p:nvSpPr>
          <p:spPr>
            <a:xfrm>
              <a:off x="7334230" y="3880503"/>
              <a:ext cx="4904105" cy="1210945"/>
            </a:xfrm>
            <a:custGeom>
              <a:avLst/>
              <a:gdLst/>
              <a:ahLst/>
              <a:cxnLst/>
              <a:rect l="l" t="t" r="r" b="b"/>
              <a:pathLst>
                <a:path w="4904105" h="1210945">
                  <a:moveTo>
                    <a:pt x="0" y="1210865"/>
                  </a:moveTo>
                  <a:lnTo>
                    <a:pt x="4903653" y="1210865"/>
                  </a:lnTo>
                  <a:lnTo>
                    <a:pt x="4903653" y="0"/>
                  </a:lnTo>
                  <a:lnTo>
                    <a:pt x="0" y="0"/>
                  </a:lnTo>
                  <a:lnTo>
                    <a:pt x="0" y="1210865"/>
                  </a:lnTo>
                  <a:close/>
                </a:path>
              </a:pathLst>
            </a:custGeom>
            <a:solidFill>
              <a:srgbClr val="FF6D00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7334230" y="3823353"/>
              <a:ext cx="4906010" cy="57150"/>
            </a:xfrm>
            <a:custGeom>
              <a:avLst/>
              <a:gdLst/>
              <a:ahLst/>
              <a:cxnLst/>
              <a:rect l="l" t="t" r="r" b="b"/>
              <a:pathLst>
                <a:path w="4906009" h="57150">
                  <a:moveTo>
                    <a:pt x="4905523" y="57150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4905523" y="0"/>
                  </a:lnTo>
                  <a:lnTo>
                    <a:pt x="4905523" y="57150"/>
                  </a:lnTo>
                  <a:close/>
                </a:path>
              </a:pathLst>
            </a:custGeom>
            <a:solidFill>
              <a:srgbClr val="FF6D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7093216" y="4068495"/>
            <a:ext cx="5145119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>
              <a:spcBef>
                <a:spcPts val="100"/>
              </a:spcBef>
            </a:pPr>
            <a:r>
              <a:rPr sz="2800" b="1" spc="-17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ATF:</a:t>
            </a:r>
            <a:r>
              <a:rPr sz="2800" b="1" spc="-15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Above</a:t>
            </a:r>
            <a:r>
              <a:rPr sz="2800" b="1" spc="-15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4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b="1" spc="-14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"/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High-impact</a:t>
            </a:r>
            <a:r>
              <a:rPr sz="2000" spc="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r>
              <a:rPr sz="2000" spc="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sz="2000" spc="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promise</a:t>
            </a:r>
            <a:r>
              <a:rPr sz="2000" spc="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9690">
              <a:spcBef>
                <a:spcPts val="15"/>
              </a:spcBef>
            </a:pP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</a:t>
            </a:r>
            <a:r>
              <a:rPr sz="2000" spc="1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</a:t>
            </a:r>
            <a:r>
              <a:rPr sz="2000" spc="12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attention.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284285" y="3823353"/>
            <a:ext cx="5147117" cy="1969477"/>
            <a:chOff x="12525392" y="3823353"/>
            <a:chExt cx="4906010" cy="1268095"/>
          </a:xfrm>
        </p:grpSpPr>
        <p:sp>
          <p:nvSpPr>
            <p:cNvPr id="13" name="object 13"/>
            <p:cNvSpPr/>
            <p:nvPr/>
          </p:nvSpPr>
          <p:spPr>
            <a:xfrm>
              <a:off x="12525392" y="3880503"/>
              <a:ext cx="4904105" cy="1210945"/>
            </a:xfrm>
            <a:custGeom>
              <a:avLst/>
              <a:gdLst/>
              <a:ahLst/>
              <a:cxnLst/>
              <a:rect l="l" t="t" r="r" b="b"/>
              <a:pathLst>
                <a:path w="4904105" h="1210945">
                  <a:moveTo>
                    <a:pt x="0" y="1210865"/>
                  </a:moveTo>
                  <a:lnTo>
                    <a:pt x="4903653" y="1210865"/>
                  </a:lnTo>
                  <a:lnTo>
                    <a:pt x="4903653" y="0"/>
                  </a:lnTo>
                  <a:lnTo>
                    <a:pt x="0" y="0"/>
                  </a:lnTo>
                  <a:lnTo>
                    <a:pt x="0" y="1210865"/>
                  </a:lnTo>
                  <a:close/>
                </a:path>
              </a:pathLst>
            </a:custGeom>
            <a:solidFill>
              <a:srgbClr val="FF6D00">
                <a:alpha val="4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2525392" y="3823353"/>
              <a:ext cx="4906010" cy="57150"/>
            </a:xfrm>
            <a:custGeom>
              <a:avLst/>
              <a:gdLst/>
              <a:ahLst/>
              <a:cxnLst/>
              <a:rect l="l" t="t" r="r" b="b"/>
              <a:pathLst>
                <a:path w="4906009" h="57150">
                  <a:moveTo>
                    <a:pt x="4905523" y="57150"/>
                  </a:moveTo>
                  <a:lnTo>
                    <a:pt x="0" y="57150"/>
                  </a:lnTo>
                  <a:lnTo>
                    <a:pt x="0" y="0"/>
                  </a:lnTo>
                  <a:lnTo>
                    <a:pt x="4905523" y="0"/>
                  </a:lnTo>
                  <a:lnTo>
                    <a:pt x="4905523" y="57150"/>
                  </a:lnTo>
                  <a:close/>
                </a:path>
              </a:pathLst>
            </a:custGeom>
            <a:solidFill>
              <a:srgbClr val="FF6D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284378" y="4097070"/>
            <a:ext cx="5145119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>
              <a:spcBef>
                <a:spcPts val="100"/>
              </a:spcBef>
            </a:pPr>
            <a:r>
              <a:rPr sz="2800" b="1" spc="-16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BTF:</a:t>
            </a:r>
            <a:r>
              <a:rPr sz="2800" b="1" spc="-13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</a:t>
            </a:r>
            <a:r>
              <a:rPr sz="2800" b="1" spc="-13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4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b="1" spc="-135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20" dirty="0">
                <a:solidFill>
                  <a:srgbClr val="FF6D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/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</a:t>
            </a:r>
            <a:r>
              <a:rPr sz="2000" spc="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2000" spc="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education,</a:t>
            </a:r>
            <a:r>
              <a:rPr sz="2000" spc="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trust-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building,</a:t>
            </a:r>
            <a:r>
              <a:rPr sz="2000" spc="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sz="2000" spc="-1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sz="2000" spc="-9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086600" y="5482274"/>
            <a:ext cx="5091156" cy="2386647"/>
            <a:chOff x="7325086" y="5482275"/>
            <a:chExt cx="4852670" cy="1536700"/>
          </a:xfrm>
        </p:grpSpPr>
        <p:sp>
          <p:nvSpPr>
            <p:cNvPr id="17" name="object 17"/>
            <p:cNvSpPr/>
            <p:nvPr/>
          </p:nvSpPr>
          <p:spPr>
            <a:xfrm>
              <a:off x="7334231" y="5491419"/>
              <a:ext cx="4834255" cy="1518285"/>
            </a:xfrm>
            <a:custGeom>
              <a:avLst/>
              <a:gdLst/>
              <a:ahLst/>
              <a:cxnLst/>
              <a:rect l="l" t="t" r="r" b="b"/>
              <a:pathLst>
                <a:path w="4834255" h="1518284">
                  <a:moveTo>
                    <a:pt x="4833937" y="1517999"/>
                  </a:moveTo>
                  <a:lnTo>
                    <a:pt x="0" y="1517999"/>
                  </a:lnTo>
                  <a:lnTo>
                    <a:pt x="0" y="0"/>
                  </a:lnTo>
                  <a:lnTo>
                    <a:pt x="4833937" y="0"/>
                  </a:lnTo>
                  <a:lnTo>
                    <a:pt x="4833937" y="15179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325086" y="5482275"/>
              <a:ext cx="4852670" cy="1536700"/>
            </a:xfrm>
            <a:custGeom>
              <a:avLst/>
              <a:gdLst/>
              <a:ahLst/>
              <a:cxnLst/>
              <a:rect l="l" t="t" r="r" b="b"/>
              <a:pathLst>
                <a:path w="4852670" h="1536700">
                  <a:moveTo>
                    <a:pt x="4848129" y="1536334"/>
                  </a:moveTo>
                  <a:lnTo>
                    <a:pt x="4095" y="1536334"/>
                  </a:lnTo>
                  <a:lnTo>
                    <a:pt x="0" y="1532191"/>
                  </a:lnTo>
                  <a:lnTo>
                    <a:pt x="0" y="4095"/>
                  </a:lnTo>
                  <a:lnTo>
                    <a:pt x="4095" y="0"/>
                  </a:lnTo>
                  <a:lnTo>
                    <a:pt x="4848129" y="0"/>
                  </a:lnTo>
                  <a:lnTo>
                    <a:pt x="4852225" y="4095"/>
                  </a:lnTo>
                  <a:lnTo>
                    <a:pt x="4852225" y="9144"/>
                  </a:lnTo>
                  <a:lnTo>
                    <a:pt x="9144" y="9144"/>
                  </a:lnTo>
                  <a:lnTo>
                    <a:pt x="9144" y="18288"/>
                  </a:lnTo>
                  <a:lnTo>
                    <a:pt x="18288" y="18288"/>
                  </a:lnTo>
                  <a:lnTo>
                    <a:pt x="18288" y="1517999"/>
                  </a:lnTo>
                  <a:lnTo>
                    <a:pt x="9144" y="1517999"/>
                  </a:lnTo>
                  <a:lnTo>
                    <a:pt x="9144" y="1527143"/>
                  </a:lnTo>
                  <a:lnTo>
                    <a:pt x="4852225" y="1527143"/>
                  </a:lnTo>
                  <a:lnTo>
                    <a:pt x="4852225" y="1532191"/>
                  </a:lnTo>
                  <a:lnTo>
                    <a:pt x="4848129" y="1536334"/>
                  </a:lnTo>
                  <a:close/>
                </a:path>
                <a:path w="4852670" h="1536700">
                  <a:moveTo>
                    <a:pt x="18288" y="18288"/>
                  </a:moveTo>
                  <a:lnTo>
                    <a:pt x="9144" y="18288"/>
                  </a:lnTo>
                  <a:lnTo>
                    <a:pt x="9144" y="9144"/>
                  </a:lnTo>
                  <a:lnTo>
                    <a:pt x="18288" y="9144"/>
                  </a:lnTo>
                  <a:lnTo>
                    <a:pt x="18288" y="18288"/>
                  </a:lnTo>
                  <a:close/>
                </a:path>
                <a:path w="4852670" h="1536700">
                  <a:moveTo>
                    <a:pt x="4833937" y="18288"/>
                  </a:moveTo>
                  <a:lnTo>
                    <a:pt x="18288" y="18288"/>
                  </a:lnTo>
                  <a:lnTo>
                    <a:pt x="18288" y="9144"/>
                  </a:lnTo>
                  <a:lnTo>
                    <a:pt x="4833937" y="9144"/>
                  </a:lnTo>
                  <a:lnTo>
                    <a:pt x="4833937" y="18288"/>
                  </a:lnTo>
                  <a:close/>
                </a:path>
                <a:path w="4852670" h="1536700">
                  <a:moveTo>
                    <a:pt x="4843081" y="1527143"/>
                  </a:moveTo>
                  <a:lnTo>
                    <a:pt x="4833937" y="1527143"/>
                  </a:lnTo>
                  <a:lnTo>
                    <a:pt x="4833937" y="9144"/>
                  </a:lnTo>
                  <a:lnTo>
                    <a:pt x="4843081" y="9144"/>
                  </a:lnTo>
                  <a:lnTo>
                    <a:pt x="4843081" y="18288"/>
                  </a:lnTo>
                  <a:lnTo>
                    <a:pt x="4852225" y="18288"/>
                  </a:lnTo>
                  <a:lnTo>
                    <a:pt x="4852225" y="1517999"/>
                  </a:lnTo>
                  <a:lnTo>
                    <a:pt x="4843081" y="1517999"/>
                  </a:lnTo>
                  <a:lnTo>
                    <a:pt x="4843081" y="1527143"/>
                  </a:lnTo>
                  <a:close/>
                </a:path>
                <a:path w="4852670" h="1536700">
                  <a:moveTo>
                    <a:pt x="4852225" y="18288"/>
                  </a:moveTo>
                  <a:lnTo>
                    <a:pt x="4843081" y="18288"/>
                  </a:lnTo>
                  <a:lnTo>
                    <a:pt x="4843081" y="9144"/>
                  </a:lnTo>
                  <a:lnTo>
                    <a:pt x="4852225" y="9144"/>
                  </a:lnTo>
                  <a:lnTo>
                    <a:pt x="4852225" y="18288"/>
                  </a:lnTo>
                  <a:close/>
                </a:path>
                <a:path w="4852670" h="1536700">
                  <a:moveTo>
                    <a:pt x="18288" y="1527143"/>
                  </a:moveTo>
                  <a:lnTo>
                    <a:pt x="9144" y="1527143"/>
                  </a:lnTo>
                  <a:lnTo>
                    <a:pt x="9144" y="1517999"/>
                  </a:lnTo>
                  <a:lnTo>
                    <a:pt x="18288" y="1517999"/>
                  </a:lnTo>
                  <a:lnTo>
                    <a:pt x="18288" y="1527143"/>
                  </a:lnTo>
                  <a:close/>
                </a:path>
                <a:path w="4852670" h="1536700">
                  <a:moveTo>
                    <a:pt x="4833937" y="1527143"/>
                  </a:moveTo>
                  <a:lnTo>
                    <a:pt x="18288" y="1527143"/>
                  </a:lnTo>
                  <a:lnTo>
                    <a:pt x="18288" y="1517999"/>
                  </a:lnTo>
                  <a:lnTo>
                    <a:pt x="4833937" y="1517999"/>
                  </a:lnTo>
                  <a:lnTo>
                    <a:pt x="4833937" y="1527143"/>
                  </a:lnTo>
                  <a:close/>
                </a:path>
                <a:path w="4852670" h="1536700">
                  <a:moveTo>
                    <a:pt x="4852225" y="1527143"/>
                  </a:moveTo>
                  <a:lnTo>
                    <a:pt x="4843081" y="1527143"/>
                  </a:lnTo>
                  <a:lnTo>
                    <a:pt x="4843081" y="1517999"/>
                  </a:lnTo>
                  <a:lnTo>
                    <a:pt x="4852225" y="1517999"/>
                  </a:lnTo>
                  <a:lnTo>
                    <a:pt x="4852225" y="1527143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95867" y="5736561"/>
            <a:ext cx="4513197" cy="13465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70"/>
              </a:lnSpc>
              <a:spcBef>
                <a:spcPts val="100"/>
              </a:spcBef>
            </a:pPr>
            <a:r>
              <a:rPr sz="3200" b="1" spc="-10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SEO</a:t>
            </a:r>
            <a:r>
              <a:rPr sz="3200" b="1" spc="-14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5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spc="-1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000" spc="-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</a:t>
            </a:r>
            <a:r>
              <a:rPr sz="2000" spc="-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blogs</a:t>
            </a:r>
            <a:r>
              <a:rPr sz="2000" spc="-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focusing</a:t>
            </a:r>
            <a:r>
              <a:rPr sz="2000" spc="-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-4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cold-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pressed</a:t>
            </a:r>
            <a:endParaRPr lang="en-US" sz="2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nutritional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following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Claude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2349143" y="5482274"/>
            <a:ext cx="5091156" cy="2386647"/>
            <a:chOff x="12587629" y="5482275"/>
            <a:chExt cx="4852670" cy="1536700"/>
          </a:xfrm>
        </p:grpSpPr>
        <p:sp>
          <p:nvSpPr>
            <p:cNvPr id="21" name="object 21"/>
            <p:cNvSpPr/>
            <p:nvPr/>
          </p:nvSpPr>
          <p:spPr>
            <a:xfrm>
              <a:off x="12596773" y="5491419"/>
              <a:ext cx="4834255" cy="1518285"/>
            </a:xfrm>
            <a:custGeom>
              <a:avLst/>
              <a:gdLst/>
              <a:ahLst/>
              <a:cxnLst/>
              <a:rect l="l" t="t" r="r" b="b"/>
              <a:pathLst>
                <a:path w="4834255" h="1518284">
                  <a:moveTo>
                    <a:pt x="4833937" y="1517999"/>
                  </a:moveTo>
                  <a:lnTo>
                    <a:pt x="0" y="1517999"/>
                  </a:lnTo>
                  <a:lnTo>
                    <a:pt x="0" y="0"/>
                  </a:lnTo>
                  <a:lnTo>
                    <a:pt x="4833937" y="0"/>
                  </a:lnTo>
                  <a:lnTo>
                    <a:pt x="4833937" y="1517999"/>
                  </a:lnTo>
                  <a:close/>
                </a:path>
              </a:pathLst>
            </a:custGeom>
            <a:solidFill>
              <a:srgbClr val="F9F9F9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2587629" y="5482275"/>
              <a:ext cx="4852670" cy="1536700"/>
            </a:xfrm>
            <a:custGeom>
              <a:avLst/>
              <a:gdLst/>
              <a:ahLst/>
              <a:cxnLst/>
              <a:rect l="l" t="t" r="r" b="b"/>
              <a:pathLst>
                <a:path w="4852669" h="1536700">
                  <a:moveTo>
                    <a:pt x="4848130" y="1536334"/>
                  </a:moveTo>
                  <a:lnTo>
                    <a:pt x="4096" y="1536334"/>
                  </a:lnTo>
                  <a:lnTo>
                    <a:pt x="0" y="1532191"/>
                  </a:lnTo>
                  <a:lnTo>
                    <a:pt x="0" y="4095"/>
                  </a:lnTo>
                  <a:lnTo>
                    <a:pt x="4096" y="0"/>
                  </a:lnTo>
                  <a:lnTo>
                    <a:pt x="4848130" y="0"/>
                  </a:lnTo>
                  <a:lnTo>
                    <a:pt x="4852225" y="4095"/>
                  </a:lnTo>
                  <a:lnTo>
                    <a:pt x="4852225" y="9144"/>
                  </a:lnTo>
                  <a:lnTo>
                    <a:pt x="9144" y="9144"/>
                  </a:lnTo>
                  <a:lnTo>
                    <a:pt x="9144" y="18288"/>
                  </a:lnTo>
                  <a:lnTo>
                    <a:pt x="18288" y="18288"/>
                  </a:lnTo>
                  <a:lnTo>
                    <a:pt x="18288" y="1517999"/>
                  </a:lnTo>
                  <a:lnTo>
                    <a:pt x="9144" y="1517999"/>
                  </a:lnTo>
                  <a:lnTo>
                    <a:pt x="9144" y="1527143"/>
                  </a:lnTo>
                  <a:lnTo>
                    <a:pt x="4852225" y="1527143"/>
                  </a:lnTo>
                  <a:lnTo>
                    <a:pt x="4852225" y="1532191"/>
                  </a:lnTo>
                  <a:lnTo>
                    <a:pt x="4848130" y="1536334"/>
                  </a:lnTo>
                  <a:close/>
                </a:path>
                <a:path w="4852669" h="1536700">
                  <a:moveTo>
                    <a:pt x="18288" y="18288"/>
                  </a:moveTo>
                  <a:lnTo>
                    <a:pt x="9144" y="18288"/>
                  </a:lnTo>
                  <a:lnTo>
                    <a:pt x="9144" y="9144"/>
                  </a:lnTo>
                  <a:lnTo>
                    <a:pt x="18288" y="9144"/>
                  </a:lnTo>
                  <a:lnTo>
                    <a:pt x="18288" y="18288"/>
                  </a:lnTo>
                  <a:close/>
                </a:path>
                <a:path w="4852669" h="1536700">
                  <a:moveTo>
                    <a:pt x="4833937" y="18288"/>
                  </a:moveTo>
                  <a:lnTo>
                    <a:pt x="18288" y="18288"/>
                  </a:lnTo>
                  <a:lnTo>
                    <a:pt x="18288" y="9144"/>
                  </a:lnTo>
                  <a:lnTo>
                    <a:pt x="4833937" y="9144"/>
                  </a:lnTo>
                  <a:lnTo>
                    <a:pt x="4833937" y="18288"/>
                  </a:lnTo>
                  <a:close/>
                </a:path>
                <a:path w="4852669" h="1536700">
                  <a:moveTo>
                    <a:pt x="4843081" y="1527143"/>
                  </a:moveTo>
                  <a:lnTo>
                    <a:pt x="4833937" y="1527143"/>
                  </a:lnTo>
                  <a:lnTo>
                    <a:pt x="4833937" y="9144"/>
                  </a:lnTo>
                  <a:lnTo>
                    <a:pt x="4843081" y="9144"/>
                  </a:lnTo>
                  <a:lnTo>
                    <a:pt x="4843081" y="18288"/>
                  </a:lnTo>
                  <a:lnTo>
                    <a:pt x="4852225" y="18288"/>
                  </a:lnTo>
                  <a:lnTo>
                    <a:pt x="4852225" y="1517999"/>
                  </a:lnTo>
                  <a:lnTo>
                    <a:pt x="4843081" y="1517999"/>
                  </a:lnTo>
                  <a:lnTo>
                    <a:pt x="4843081" y="1527143"/>
                  </a:lnTo>
                  <a:close/>
                </a:path>
                <a:path w="4852669" h="1536700">
                  <a:moveTo>
                    <a:pt x="4852225" y="18288"/>
                  </a:moveTo>
                  <a:lnTo>
                    <a:pt x="4843081" y="18288"/>
                  </a:lnTo>
                  <a:lnTo>
                    <a:pt x="4843081" y="9144"/>
                  </a:lnTo>
                  <a:lnTo>
                    <a:pt x="4852225" y="9144"/>
                  </a:lnTo>
                  <a:lnTo>
                    <a:pt x="4852225" y="18288"/>
                  </a:lnTo>
                  <a:close/>
                </a:path>
                <a:path w="4852669" h="1536700">
                  <a:moveTo>
                    <a:pt x="18288" y="1527143"/>
                  </a:moveTo>
                  <a:lnTo>
                    <a:pt x="9144" y="1527143"/>
                  </a:lnTo>
                  <a:lnTo>
                    <a:pt x="9144" y="1517999"/>
                  </a:lnTo>
                  <a:lnTo>
                    <a:pt x="18288" y="1517999"/>
                  </a:lnTo>
                  <a:lnTo>
                    <a:pt x="18288" y="1527143"/>
                  </a:lnTo>
                  <a:close/>
                </a:path>
                <a:path w="4852669" h="1536700">
                  <a:moveTo>
                    <a:pt x="4833937" y="1527143"/>
                  </a:moveTo>
                  <a:lnTo>
                    <a:pt x="18288" y="1527143"/>
                  </a:lnTo>
                  <a:lnTo>
                    <a:pt x="18288" y="1517999"/>
                  </a:lnTo>
                  <a:lnTo>
                    <a:pt x="4833937" y="1517999"/>
                  </a:lnTo>
                  <a:lnTo>
                    <a:pt x="4833937" y="1527143"/>
                  </a:lnTo>
                  <a:close/>
                </a:path>
                <a:path w="4852669" h="1536700">
                  <a:moveTo>
                    <a:pt x="4852225" y="1527143"/>
                  </a:moveTo>
                  <a:lnTo>
                    <a:pt x="4843081" y="1527143"/>
                  </a:lnTo>
                  <a:lnTo>
                    <a:pt x="4843081" y="1517999"/>
                  </a:lnTo>
                  <a:lnTo>
                    <a:pt x="4852225" y="1517999"/>
                  </a:lnTo>
                  <a:lnTo>
                    <a:pt x="4852225" y="1527143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2660920" y="5750848"/>
            <a:ext cx="4459592" cy="14234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70"/>
              </a:lnSpc>
              <a:spcBef>
                <a:spcPts val="100"/>
              </a:spcBef>
            </a:pPr>
            <a:r>
              <a:rPr sz="3200" b="1" spc="-175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sz="3200" b="1" spc="-11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10" dirty="0">
                <a:solidFill>
                  <a:srgbClr val="42A04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Presence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/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sz="2000" spc="3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touchpoint</a:t>
            </a:r>
            <a:r>
              <a:rPr sz="2000" spc="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000" spc="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community</a:t>
            </a:r>
            <a:r>
              <a:rPr sz="2000" spc="4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engagement,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555"/>
              </a:spcBef>
            </a:pP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wellness</a:t>
            </a:r>
            <a:r>
              <a:rPr sz="20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reels,</a:t>
            </a:r>
            <a:r>
              <a:rPr sz="2000" spc="-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55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TOFU</a:t>
            </a:r>
            <a:r>
              <a:rPr sz="2000" spc="-5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202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discovery.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9100" y="1956957"/>
            <a:ext cx="17868900" cy="8121909"/>
            <a:chOff x="419100" y="1956957"/>
            <a:chExt cx="17868900" cy="8121909"/>
          </a:xfrm>
        </p:grpSpPr>
        <p:sp>
          <p:nvSpPr>
            <p:cNvPr id="26" name="object 26"/>
            <p:cNvSpPr/>
            <p:nvPr/>
          </p:nvSpPr>
          <p:spPr>
            <a:xfrm>
              <a:off x="18135600" y="4457700"/>
              <a:ext cx="152400" cy="5621166"/>
            </a:xfrm>
            <a:custGeom>
              <a:avLst/>
              <a:gdLst/>
              <a:ahLst/>
              <a:cxnLst/>
              <a:rect l="l" t="t" r="r" b="b"/>
              <a:pathLst>
                <a:path w="635634" h="2625725">
                  <a:moveTo>
                    <a:pt x="635212" y="2625215"/>
                  </a:moveTo>
                  <a:lnTo>
                    <a:pt x="0" y="2625215"/>
                  </a:lnTo>
                  <a:lnTo>
                    <a:pt x="0" y="0"/>
                  </a:lnTo>
                  <a:lnTo>
                    <a:pt x="635212" y="0"/>
                  </a:lnTo>
                  <a:lnTo>
                    <a:pt x="635212" y="2625215"/>
                  </a:lnTo>
                  <a:close/>
                </a:path>
              </a:pathLst>
            </a:custGeom>
            <a:solidFill>
              <a:srgbClr val="00AF4F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9100" y="1956957"/>
              <a:ext cx="4455586" cy="4100943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7346178" y="2040454"/>
            <a:ext cx="7772400" cy="7688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45"/>
              </a:spcBef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Link: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u="heavy" spc="-10" dirty="0">
                <a:solidFill>
                  <a:srgbClr val="EC7D31"/>
                </a:solidFill>
                <a:uFill>
                  <a:solidFill>
                    <a:srgbClr val="EC7D3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https://fruitvitaa.lovable.app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73111" y="286760"/>
            <a:ext cx="2105442" cy="2068040"/>
          </a:xfrm>
          <a:prstGeom prst="rect">
            <a:avLst/>
          </a:prstGeom>
        </p:spPr>
      </p:pic>
      <p:sp>
        <p:nvSpPr>
          <p:cNvPr id="32" name="object 26">
            <a:extLst>
              <a:ext uri="{FF2B5EF4-FFF2-40B4-BE49-F238E27FC236}">
                <a16:creationId xmlns:a16="http://schemas.microsoft.com/office/drawing/2014/main" id="{B796D746-2889-99B5-8E56-AB3ACF5803BE}"/>
              </a:ext>
            </a:extLst>
          </p:cNvPr>
          <p:cNvSpPr/>
          <p:nvPr/>
        </p:nvSpPr>
        <p:spPr>
          <a:xfrm>
            <a:off x="6666882" y="10078866"/>
            <a:ext cx="11620500" cy="208133"/>
          </a:xfrm>
          <a:custGeom>
            <a:avLst/>
            <a:gdLst/>
            <a:ahLst/>
            <a:cxnLst/>
            <a:rect l="l" t="t" r="r" b="b"/>
            <a:pathLst>
              <a:path w="11620500" h="628650">
                <a:moveTo>
                  <a:pt x="11620201" y="628649"/>
                </a:moveTo>
                <a:lnTo>
                  <a:pt x="0" y="628649"/>
                </a:lnTo>
                <a:lnTo>
                  <a:pt x="0" y="0"/>
                </a:lnTo>
                <a:lnTo>
                  <a:pt x="11620201" y="0"/>
                </a:lnTo>
                <a:lnTo>
                  <a:pt x="11620201" y="628649"/>
                </a:lnTo>
                <a:close/>
              </a:path>
            </a:pathLst>
          </a:custGeom>
          <a:solidFill>
            <a:srgbClr val="EC7D31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347A487-FCF5-CE3A-E8BF-928C03274FFA}"/>
              </a:ext>
            </a:extLst>
          </p:cNvPr>
          <p:cNvSpPr txBox="1">
            <a:spLocks/>
          </p:cNvSpPr>
          <p:nvPr/>
        </p:nvSpPr>
        <p:spPr>
          <a:xfrm>
            <a:off x="1828800" y="3162300"/>
            <a:ext cx="15849600" cy="3323987"/>
          </a:xfrm>
          <a:prstGeom prst="rect">
            <a:avLst/>
          </a:prstGeom>
          <a:solidFill>
            <a:srgbClr val="00B050"/>
          </a:solidFill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2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- III</a:t>
            </a:r>
            <a:endParaRPr lang="en-IN" sz="2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49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04440" y="3662628"/>
            <a:ext cx="322072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07030" algn="l"/>
              </a:tabLst>
            </a:pP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sz="4000" spc="-2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sz="40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spc="-3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4000"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 – 3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16103" y="1962406"/>
            <a:ext cx="15753080" cy="2750820"/>
            <a:chOff x="1816103" y="1962406"/>
            <a:chExt cx="15753080" cy="2750820"/>
          </a:xfrm>
        </p:grpSpPr>
        <p:sp>
          <p:nvSpPr>
            <p:cNvPr id="5" name="object 5"/>
            <p:cNvSpPr/>
            <p:nvPr/>
          </p:nvSpPr>
          <p:spPr>
            <a:xfrm>
              <a:off x="1816100" y="4595888"/>
              <a:ext cx="4597400" cy="116839"/>
            </a:xfrm>
            <a:custGeom>
              <a:avLst/>
              <a:gdLst/>
              <a:ahLst/>
              <a:cxnLst/>
              <a:rect l="l" t="t" r="r" b="b"/>
              <a:pathLst>
                <a:path w="4597400" h="116839">
                  <a:moveTo>
                    <a:pt x="4597336" y="5715"/>
                  </a:moveTo>
                  <a:lnTo>
                    <a:pt x="459171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111150"/>
                  </a:lnTo>
                  <a:lnTo>
                    <a:pt x="5715" y="116840"/>
                  </a:lnTo>
                  <a:lnTo>
                    <a:pt x="4591520" y="116840"/>
                  </a:lnTo>
                  <a:lnTo>
                    <a:pt x="4597336" y="111150"/>
                  </a:lnTo>
                  <a:lnTo>
                    <a:pt x="4597336" y="104101"/>
                  </a:lnTo>
                  <a:lnTo>
                    <a:pt x="4597336" y="91440"/>
                  </a:lnTo>
                  <a:lnTo>
                    <a:pt x="4597336" y="25425"/>
                  </a:lnTo>
                  <a:lnTo>
                    <a:pt x="4597336" y="12661"/>
                  </a:lnTo>
                  <a:lnTo>
                    <a:pt x="4597336" y="5715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8765540" y="1962416"/>
              <a:ext cx="8803640" cy="99060"/>
            </a:xfrm>
            <a:custGeom>
              <a:avLst/>
              <a:gdLst/>
              <a:ahLst/>
              <a:cxnLst/>
              <a:rect l="l" t="t" r="r" b="b"/>
              <a:pathLst>
                <a:path w="8803640" h="99060">
                  <a:moveTo>
                    <a:pt x="8803576" y="5715"/>
                  </a:moveTo>
                  <a:lnTo>
                    <a:pt x="879795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92862"/>
                  </a:lnTo>
                  <a:lnTo>
                    <a:pt x="5715" y="98552"/>
                  </a:lnTo>
                  <a:lnTo>
                    <a:pt x="8797760" y="98552"/>
                  </a:lnTo>
                  <a:lnTo>
                    <a:pt x="8803576" y="92862"/>
                  </a:lnTo>
                  <a:lnTo>
                    <a:pt x="8803576" y="85813"/>
                  </a:lnTo>
                  <a:lnTo>
                    <a:pt x="8803576" y="73152"/>
                  </a:lnTo>
                  <a:lnTo>
                    <a:pt x="8803576" y="25425"/>
                  </a:lnTo>
                  <a:lnTo>
                    <a:pt x="8803576" y="12661"/>
                  </a:lnTo>
                  <a:lnTo>
                    <a:pt x="8803576" y="571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765540" y="2273312"/>
              <a:ext cx="720725" cy="720725"/>
            </a:xfrm>
            <a:custGeom>
              <a:avLst/>
              <a:gdLst/>
              <a:ahLst/>
              <a:cxnLst/>
              <a:rect l="l" t="t" r="r" b="b"/>
              <a:pathLst>
                <a:path w="720725" h="720725">
                  <a:moveTo>
                    <a:pt x="720344" y="5715"/>
                  </a:moveTo>
                  <a:lnTo>
                    <a:pt x="714654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714654"/>
                  </a:lnTo>
                  <a:lnTo>
                    <a:pt x="5715" y="720344"/>
                  </a:lnTo>
                  <a:lnTo>
                    <a:pt x="714463" y="720344"/>
                  </a:lnTo>
                  <a:lnTo>
                    <a:pt x="720344" y="714654"/>
                  </a:lnTo>
                  <a:lnTo>
                    <a:pt x="720344" y="707605"/>
                  </a:lnTo>
                  <a:lnTo>
                    <a:pt x="720280" y="694944"/>
                  </a:lnTo>
                  <a:lnTo>
                    <a:pt x="720344" y="25425"/>
                  </a:lnTo>
                  <a:lnTo>
                    <a:pt x="720280" y="12661"/>
                  </a:lnTo>
                  <a:lnTo>
                    <a:pt x="720344" y="5715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765539" y="1230693"/>
            <a:ext cx="443357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3600" b="1" spc="-12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DELIVERABLES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956188" y="2406650"/>
            <a:ext cx="339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43363" y="2341689"/>
            <a:ext cx="7671434" cy="325089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 marR="5080">
              <a:lnSpc>
                <a:spcPts val="2330"/>
              </a:lnSpc>
              <a:spcBef>
                <a:spcPts val="235"/>
              </a:spcBef>
            </a:pP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sz="2000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sz="2000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</a:t>
            </a:r>
            <a:r>
              <a:rPr sz="2000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Planning,</a:t>
            </a:r>
            <a:r>
              <a:rPr sz="2000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Audience,</a:t>
            </a:r>
            <a:r>
              <a:rPr sz="2000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Campaign</a:t>
            </a:r>
            <a:r>
              <a:rPr sz="2000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2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000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 </a:t>
            </a:r>
            <a:r>
              <a:rPr sz="2000" spc="-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765540" y="3882656"/>
            <a:ext cx="720725" cy="720725"/>
          </a:xfrm>
          <a:custGeom>
            <a:avLst/>
            <a:gdLst/>
            <a:ahLst/>
            <a:cxnLst/>
            <a:rect l="l" t="t" r="r" b="b"/>
            <a:pathLst>
              <a:path w="720725" h="720725">
                <a:moveTo>
                  <a:pt x="720344" y="5715"/>
                </a:moveTo>
                <a:lnTo>
                  <a:pt x="714654" y="0"/>
                </a:lnTo>
                <a:lnTo>
                  <a:pt x="5715" y="0"/>
                </a:lnTo>
                <a:lnTo>
                  <a:pt x="0" y="5715"/>
                </a:lnTo>
                <a:lnTo>
                  <a:pt x="0" y="714654"/>
                </a:lnTo>
                <a:lnTo>
                  <a:pt x="5715" y="720344"/>
                </a:lnTo>
                <a:lnTo>
                  <a:pt x="714463" y="720344"/>
                </a:lnTo>
                <a:lnTo>
                  <a:pt x="720344" y="714654"/>
                </a:lnTo>
                <a:lnTo>
                  <a:pt x="720344" y="707605"/>
                </a:lnTo>
                <a:lnTo>
                  <a:pt x="720280" y="694944"/>
                </a:lnTo>
                <a:lnTo>
                  <a:pt x="720344" y="25425"/>
                </a:lnTo>
                <a:lnTo>
                  <a:pt x="720280" y="12661"/>
                </a:lnTo>
                <a:lnTo>
                  <a:pt x="720344" y="5715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56337" y="4015994"/>
            <a:ext cx="3384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9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643363" y="4103433"/>
            <a:ext cx="704786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</a:t>
            </a:r>
            <a:r>
              <a:rPr sz="2000" spc="-1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sz="2000" spc="-1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spc="-1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Campaign</a:t>
            </a:r>
            <a:r>
              <a:rPr sz="2000" spc="-1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sz="2000" spc="-1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2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000" spc="-1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r>
              <a:rPr sz="2000" spc="-1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8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sz="2000" spc="-1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8765540" y="5492000"/>
            <a:ext cx="720725" cy="720725"/>
          </a:xfrm>
          <a:custGeom>
            <a:avLst/>
            <a:gdLst/>
            <a:ahLst/>
            <a:cxnLst/>
            <a:rect l="l" t="t" r="r" b="b"/>
            <a:pathLst>
              <a:path w="720725" h="720725">
                <a:moveTo>
                  <a:pt x="720344" y="5715"/>
                </a:moveTo>
                <a:lnTo>
                  <a:pt x="714654" y="0"/>
                </a:lnTo>
                <a:lnTo>
                  <a:pt x="5715" y="0"/>
                </a:lnTo>
                <a:lnTo>
                  <a:pt x="0" y="5715"/>
                </a:lnTo>
                <a:lnTo>
                  <a:pt x="0" y="714654"/>
                </a:lnTo>
                <a:lnTo>
                  <a:pt x="5715" y="720344"/>
                </a:lnTo>
                <a:lnTo>
                  <a:pt x="714463" y="720344"/>
                </a:lnTo>
                <a:lnTo>
                  <a:pt x="720344" y="714654"/>
                </a:lnTo>
                <a:lnTo>
                  <a:pt x="720344" y="707605"/>
                </a:lnTo>
                <a:lnTo>
                  <a:pt x="720280" y="694944"/>
                </a:lnTo>
                <a:lnTo>
                  <a:pt x="720344" y="25425"/>
                </a:lnTo>
                <a:lnTo>
                  <a:pt x="720280" y="12661"/>
                </a:lnTo>
                <a:lnTo>
                  <a:pt x="720344" y="5715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61248" y="5625337"/>
            <a:ext cx="3289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643363" y="5712777"/>
            <a:ext cx="71716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sz="2000" spc="-16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sz="2000" spc="-1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spc="-1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3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sz="2000" spc="-16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2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000" spc="-1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14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FB</a:t>
            </a:r>
            <a:r>
              <a:rPr sz="2000" spc="-1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sz="2000" spc="-16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7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(Videos,</a:t>
            </a:r>
            <a:r>
              <a:rPr sz="2000" spc="-1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6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Static,</a:t>
            </a:r>
            <a:r>
              <a:rPr sz="2000" spc="-1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Carousel)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8765540" y="7101344"/>
            <a:ext cx="720725" cy="720725"/>
          </a:xfrm>
          <a:custGeom>
            <a:avLst/>
            <a:gdLst/>
            <a:ahLst/>
            <a:cxnLst/>
            <a:rect l="l" t="t" r="r" b="b"/>
            <a:pathLst>
              <a:path w="720725" h="720725">
                <a:moveTo>
                  <a:pt x="720344" y="5715"/>
                </a:moveTo>
                <a:lnTo>
                  <a:pt x="714654" y="0"/>
                </a:lnTo>
                <a:lnTo>
                  <a:pt x="5715" y="0"/>
                </a:lnTo>
                <a:lnTo>
                  <a:pt x="0" y="5715"/>
                </a:lnTo>
                <a:lnTo>
                  <a:pt x="0" y="714654"/>
                </a:lnTo>
                <a:lnTo>
                  <a:pt x="5715" y="720344"/>
                </a:lnTo>
                <a:lnTo>
                  <a:pt x="714463" y="720344"/>
                </a:lnTo>
                <a:lnTo>
                  <a:pt x="720344" y="714654"/>
                </a:lnTo>
                <a:lnTo>
                  <a:pt x="720344" y="707605"/>
                </a:lnTo>
                <a:lnTo>
                  <a:pt x="720280" y="694944"/>
                </a:lnTo>
                <a:lnTo>
                  <a:pt x="720344" y="25425"/>
                </a:lnTo>
                <a:lnTo>
                  <a:pt x="720280" y="12661"/>
                </a:lnTo>
                <a:lnTo>
                  <a:pt x="720344" y="5715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947109" y="7234681"/>
            <a:ext cx="357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643363" y="7322121"/>
            <a:ext cx="80772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2000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r>
              <a:rPr sz="2000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000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sz="2000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Magnets,</a:t>
            </a:r>
            <a:r>
              <a:rPr sz="2000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6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sz="2000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sz="2000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2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000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Nurturing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90981" y="7667415"/>
            <a:ext cx="2465075" cy="21911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25" y="-26"/>
            <a:ext cx="5493303" cy="10287635"/>
          </a:xfrm>
          <a:custGeom>
            <a:avLst/>
            <a:gdLst/>
            <a:ahLst/>
            <a:cxnLst/>
            <a:rect l="l" t="t" r="r" b="b"/>
            <a:pathLst>
              <a:path w="6998970" h="10287635">
                <a:moveTo>
                  <a:pt x="6998741" y="12738"/>
                </a:moveTo>
                <a:lnTo>
                  <a:pt x="6986003" y="12738"/>
                </a:lnTo>
                <a:lnTo>
                  <a:pt x="6986003" y="38"/>
                </a:lnTo>
                <a:lnTo>
                  <a:pt x="6973341" y="38"/>
                </a:lnTo>
                <a:lnTo>
                  <a:pt x="12750" y="0"/>
                </a:lnTo>
                <a:lnTo>
                  <a:pt x="0" y="0"/>
                </a:lnTo>
                <a:lnTo>
                  <a:pt x="25" y="10287000"/>
                </a:lnTo>
                <a:lnTo>
                  <a:pt x="12750" y="10287000"/>
                </a:lnTo>
                <a:lnTo>
                  <a:pt x="6973341" y="10287000"/>
                </a:lnTo>
                <a:lnTo>
                  <a:pt x="6986003" y="10287038"/>
                </a:lnTo>
                <a:lnTo>
                  <a:pt x="6986003" y="10274338"/>
                </a:lnTo>
                <a:lnTo>
                  <a:pt x="6998741" y="10274338"/>
                </a:lnTo>
                <a:lnTo>
                  <a:pt x="6998741" y="12738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-532610" y="842386"/>
            <a:ext cx="6617716" cy="1141337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ctr">
              <a:spcBef>
                <a:spcPts val="259"/>
              </a:spcBef>
            </a:pPr>
            <a:r>
              <a:rPr sz="3600" u="sng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sz="3600" u="sng" spc="-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u="sng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sz="3600" u="sng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u="sng" spc="-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600" u="sng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600" u="sng"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600" u="sng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</a:t>
            </a:r>
            <a:r>
              <a:rPr sz="3600" u="sng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240" y="3257730"/>
            <a:ext cx="5522016" cy="2864887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350520" marR="342265" algn="ctr">
              <a:lnSpc>
                <a:spcPts val="5250"/>
              </a:lnSpc>
              <a:spcBef>
                <a:spcPts val="300"/>
              </a:spcBef>
            </a:pPr>
            <a:r>
              <a:rPr sz="4400" b="1" spc="-1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</a:t>
            </a:r>
            <a:r>
              <a:rPr lang="en-US" sz="4400" b="1" spc="-1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b="1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ctr">
              <a:spcBef>
                <a:spcPts val="3315"/>
              </a:spcBef>
            </a:pP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High-intent </a:t>
            </a:r>
            <a:r>
              <a:rPr sz="2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terms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targeting</a:t>
            </a:r>
            <a:r>
              <a:rPr sz="2800" spc="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health-conscious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consumers</a:t>
            </a:r>
            <a:r>
              <a:rPr lang="en-US" sz="28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professionals &amp; college students </a:t>
            </a:r>
            <a:r>
              <a:rPr sz="28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actively</a:t>
            </a:r>
            <a:r>
              <a:rPr sz="2800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looking </a:t>
            </a:r>
            <a:r>
              <a:rPr sz="28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1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sz="2800" spc="-1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drinks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41968" y="341120"/>
            <a:ext cx="770758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200" b="1" spc="-8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r>
              <a:rPr lang="en-IN" sz="2200" b="1" spc="-12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200" b="1" spc="-10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r>
              <a:rPr lang="en-IN" sz="2200" b="1" spc="-114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E5CF288E-043C-2CD5-1CC5-2A14733146F9}"/>
              </a:ext>
            </a:extLst>
          </p:cNvPr>
          <p:cNvGrpSpPr/>
          <p:nvPr/>
        </p:nvGrpSpPr>
        <p:grpSpPr>
          <a:xfrm>
            <a:off x="274320" y="6743700"/>
            <a:ext cx="5647180" cy="2385243"/>
            <a:chOff x="7741411" y="6335426"/>
            <a:chExt cx="6898005" cy="2685806"/>
          </a:xfrm>
        </p:grpSpPr>
        <p:sp>
          <p:nvSpPr>
            <p:cNvPr id="119" name="object 119"/>
            <p:cNvSpPr txBox="1"/>
            <p:nvPr/>
          </p:nvSpPr>
          <p:spPr>
            <a:xfrm>
              <a:off x="7741411" y="6335426"/>
              <a:ext cx="6898005" cy="1031014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endParaRPr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>
                <a:lnSpc>
                  <a:spcPct val="100000"/>
                </a:lnSpc>
                <a:spcBef>
                  <a:spcPts val="1989"/>
                </a:spcBef>
              </a:pPr>
              <a:r>
                <a:rPr sz="2000" spc="6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Match</a:t>
              </a:r>
              <a:r>
                <a:rPr sz="2000" spc="-13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spc="-1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our</a:t>
              </a:r>
              <a:r>
                <a:rPr sz="2000" spc="-13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5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USP</a:t>
              </a:r>
              <a:r>
                <a:rPr sz="2000" spc="-13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2000" spc="-13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- </a:t>
              </a:r>
              <a:r>
                <a:rPr sz="2000" spc="-3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healthy,</a:t>
              </a:r>
              <a:r>
                <a:rPr sz="2000" spc="-13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cold-</a:t>
              </a:r>
              <a:r>
                <a:rPr sz="2000" spc="-4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pressed,</a:t>
              </a:r>
              <a:r>
                <a:rPr sz="2000" spc="-13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sugar-</a:t>
              </a:r>
              <a:r>
                <a:rPr sz="2000" spc="-2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free</a:t>
              </a:r>
              <a:endPara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0" name="object 120"/>
            <p:cNvSpPr txBox="1"/>
            <p:nvPr/>
          </p:nvSpPr>
          <p:spPr>
            <a:xfrm>
              <a:off x="7741411" y="7730525"/>
              <a:ext cx="5723890" cy="3610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High-intent</a:t>
              </a:r>
              <a:r>
                <a:rPr sz="2000" spc="-11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searches</a:t>
              </a:r>
              <a:r>
                <a:rPr sz="2000" spc="-11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44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sz="2000" spc="-10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users</a:t>
              </a:r>
              <a:r>
                <a:rPr sz="2000" spc="-11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ready</a:t>
              </a:r>
              <a:r>
                <a:rPr sz="2000" spc="-11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sz="2000" spc="-11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purchase</a:t>
              </a:r>
              <a:endPara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1" name="object 121"/>
            <p:cNvSpPr txBox="1"/>
            <p:nvPr/>
          </p:nvSpPr>
          <p:spPr>
            <a:xfrm>
              <a:off x="7741411" y="8313673"/>
              <a:ext cx="6710045" cy="70755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Consistent</a:t>
              </a:r>
              <a:r>
                <a:rPr sz="2000" spc="-12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search</a:t>
              </a:r>
              <a:r>
                <a:rPr sz="2000" spc="-12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6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demand</a:t>
              </a:r>
              <a:r>
                <a:rPr sz="2000" spc="-12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shows</a:t>
              </a:r>
              <a:r>
                <a:rPr sz="2000" spc="-12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5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growing</a:t>
              </a:r>
              <a:r>
                <a:rPr sz="2000" spc="-125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health</a:t>
              </a:r>
              <a:r>
                <a:rPr sz="2000" spc="-12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trend</a:t>
              </a:r>
              <a:endParaRPr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22" name="Picture 121">
            <a:extLst>
              <a:ext uri="{FF2B5EF4-FFF2-40B4-BE49-F238E27FC236}">
                <a16:creationId xmlns:a16="http://schemas.microsoft.com/office/drawing/2014/main" id="{5077C245-C41A-BD62-96E4-4C2FE1E52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652" y="917748"/>
            <a:ext cx="12155596" cy="3772426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45143390-AC2E-8F63-118C-9B9BA5708F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1667"/>
          <a:stretch>
            <a:fillRect/>
          </a:stretch>
        </p:blipFill>
        <p:spPr>
          <a:xfrm>
            <a:off x="6041968" y="4980609"/>
            <a:ext cx="11971712" cy="49431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76400" y="221970"/>
            <a:ext cx="14325600" cy="66749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IN" sz="4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en-IN" sz="4000" spc="-6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lang="en-IN" sz="4000" spc="-6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IN" sz="4000" spc="-6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KEYWORD </a:t>
            </a:r>
            <a:r>
              <a:rPr lang="en-IN" sz="4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FORECAST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557004" y="1464922"/>
            <a:ext cx="330099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</a:t>
            </a:r>
            <a:r>
              <a:rPr sz="2400" b="1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IDEAS</a:t>
            </a:r>
            <a:r>
              <a:rPr sz="2400" b="1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727712" y="1464922"/>
            <a:ext cx="173672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FORECAST </a:t>
            </a:r>
            <a:r>
              <a:rPr sz="24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5375E2D-E015-F159-8202-E0CB5B8D73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939"/>
          <a:stretch>
            <a:fillRect/>
          </a:stretch>
        </p:blipFill>
        <p:spPr>
          <a:xfrm>
            <a:off x="277254" y="6286500"/>
            <a:ext cx="17733492" cy="31246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5415697-3794-DE85-D4D1-951AB2457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0" y="2208790"/>
            <a:ext cx="5368661" cy="31939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33FEF0D-DF78-6320-C633-9F7E0D16F0F4}"/>
              </a:ext>
            </a:extLst>
          </p:cNvPr>
          <p:cNvSpPr txBox="1"/>
          <p:nvPr/>
        </p:nvSpPr>
        <p:spPr>
          <a:xfrm>
            <a:off x="483498" y="2294174"/>
            <a:ext cx="11708501" cy="3621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searches for cold pressed &amp; healthy drinks show strong health demand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competition confirms established premium healthy drink market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like near me &amp; delivery show high purchase intent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8.3% CTR forecast indicates strong keyword–product relevance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conversions justify budget-efficient performance potential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11123264" y="1608765"/>
            <a:ext cx="6631336" cy="1388841"/>
          </a:xfrm>
          <a:prstGeom prst="rect">
            <a:avLst/>
          </a:prstGeom>
          <a:solidFill>
            <a:srgbClr val="2E7D32"/>
          </a:solidFill>
        </p:spPr>
        <p:txBody>
          <a:bodyPr vert="horz" wrap="square" lIns="0" tIns="29209" rIns="0" bIns="0" rtlCol="0">
            <a:spAutoFit/>
          </a:bodyPr>
          <a:lstStyle/>
          <a:p>
            <a:pPr marL="659765" marR="5080" indent="-647700" algn="ctr">
              <a:lnSpc>
                <a:spcPts val="5250"/>
              </a:lnSpc>
              <a:spcBef>
                <a:spcPts val="229"/>
              </a:spcBef>
            </a:pPr>
            <a:r>
              <a:rPr lang="en-IN" sz="4800" b="1" spc="-105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ADS CAMPAIGN </a:t>
            </a:r>
            <a:r>
              <a:rPr lang="en-IN" sz="4800" b="1" spc="-2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</a:t>
            </a:r>
            <a:endParaRPr lang="en-IN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9A7C9D55-8BC1-5A30-F93E-4C84DF99B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178" b="9226"/>
          <a:stretch>
            <a:fillRect/>
          </a:stretch>
        </p:blipFill>
        <p:spPr>
          <a:xfrm>
            <a:off x="185369" y="350445"/>
            <a:ext cx="10439399" cy="4309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D6B54D3C-9B4A-8E01-DEBF-D99F3334B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" t="11904" r="27687" b="3361"/>
          <a:stretch>
            <a:fillRect/>
          </a:stretch>
        </p:blipFill>
        <p:spPr>
          <a:xfrm>
            <a:off x="185369" y="4659470"/>
            <a:ext cx="6537960" cy="54407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DC92CE70-E52B-BE83-E236-2C8A95668DFE}"/>
              </a:ext>
            </a:extLst>
          </p:cNvPr>
          <p:cNvSpPr txBox="1"/>
          <p:nvPr/>
        </p:nvSpPr>
        <p:spPr>
          <a:xfrm>
            <a:off x="7162800" y="5143500"/>
            <a:ext cx="10768303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campaign captures users already searching healthy drink alternatives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traffic objective helps users understand benefits before buying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Maximize conversions targets users with higher purchase intent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 India targeting helps identify high-demand health-conscious markets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budget used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before scaling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1"/>
            <a:ext cx="18290540" cy="876299"/>
            <a:chOff x="0" y="0"/>
            <a:chExt cx="18290540" cy="139001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8290540" cy="1280160"/>
            </a:xfrm>
            <a:custGeom>
              <a:avLst/>
              <a:gdLst/>
              <a:ahLst/>
              <a:cxnLst/>
              <a:rect l="l" t="t" r="r" b="b"/>
              <a:pathLst>
                <a:path w="18290540" h="1280160">
                  <a:moveTo>
                    <a:pt x="18289971" y="1279998"/>
                  </a:moveTo>
                  <a:lnTo>
                    <a:pt x="0" y="1279998"/>
                  </a:lnTo>
                  <a:lnTo>
                    <a:pt x="0" y="0"/>
                  </a:lnTo>
                  <a:lnTo>
                    <a:pt x="18289971" y="0"/>
                  </a:lnTo>
                  <a:lnTo>
                    <a:pt x="18289971" y="1279998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279998"/>
              <a:ext cx="18288635" cy="110489"/>
            </a:xfrm>
            <a:custGeom>
              <a:avLst/>
              <a:gdLst/>
              <a:ahLst/>
              <a:cxnLst/>
              <a:rect l="l" t="t" r="r" b="b"/>
              <a:pathLst>
                <a:path w="18288635" h="110490">
                  <a:moveTo>
                    <a:pt x="18288202" y="110004"/>
                  </a:moveTo>
                  <a:lnTo>
                    <a:pt x="0" y="110004"/>
                  </a:lnTo>
                  <a:lnTo>
                    <a:pt x="0" y="0"/>
                  </a:lnTo>
                  <a:lnTo>
                    <a:pt x="18288202" y="0"/>
                  </a:lnTo>
                  <a:lnTo>
                    <a:pt x="18288202" y="110004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8742" y="20270"/>
            <a:ext cx="13008658" cy="66749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en-US" sz="40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lang="en-US" sz="4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4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AUDIENCE MANAGER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12973137-F45E-A5E0-9FC6-BF69B92F3B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64" r="4344" b="12045"/>
          <a:stretch>
            <a:fillRect/>
          </a:stretch>
        </p:blipFill>
        <p:spPr>
          <a:xfrm>
            <a:off x="190081" y="2509514"/>
            <a:ext cx="8923439" cy="52679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5A73B27-1D63-8BAE-D0AA-0099B7035561}"/>
              </a:ext>
            </a:extLst>
          </p:cNvPr>
          <p:cNvSpPr txBox="1"/>
          <p:nvPr/>
        </p:nvSpPr>
        <p:spPr>
          <a:xfrm>
            <a:off x="9982200" y="1835550"/>
            <a:ext cx="7704238" cy="7417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endParaRPr 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&amp; diet-focused users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more likely to prefer sugar-free healthy drinks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Targeting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health-conscious lifestyle segments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increases relevance of ads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Working professionals need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convenient healthy alternatives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busy routines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College students show interest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trendy, healthy beverage options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Segmenting audience helps deliver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personalized and effective messaging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18290540" cy="762211"/>
            <a:chOff x="0" y="0"/>
            <a:chExt cx="18290540" cy="139001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8290540" cy="1280160"/>
            </a:xfrm>
            <a:custGeom>
              <a:avLst/>
              <a:gdLst/>
              <a:ahLst/>
              <a:cxnLst/>
              <a:rect l="l" t="t" r="r" b="b"/>
              <a:pathLst>
                <a:path w="18290540" h="1280160">
                  <a:moveTo>
                    <a:pt x="18289971" y="1279998"/>
                  </a:moveTo>
                  <a:lnTo>
                    <a:pt x="0" y="1279998"/>
                  </a:lnTo>
                  <a:lnTo>
                    <a:pt x="0" y="0"/>
                  </a:lnTo>
                  <a:lnTo>
                    <a:pt x="18289971" y="0"/>
                  </a:lnTo>
                  <a:lnTo>
                    <a:pt x="18289971" y="1279998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279998"/>
              <a:ext cx="18288635" cy="110489"/>
            </a:xfrm>
            <a:custGeom>
              <a:avLst/>
              <a:gdLst/>
              <a:ahLst/>
              <a:cxnLst/>
              <a:rect l="l" t="t" r="r" b="b"/>
              <a:pathLst>
                <a:path w="18288635" h="110490">
                  <a:moveTo>
                    <a:pt x="18288202" y="110004"/>
                  </a:moveTo>
                  <a:lnTo>
                    <a:pt x="0" y="110004"/>
                  </a:lnTo>
                  <a:lnTo>
                    <a:pt x="0" y="0"/>
                  </a:lnTo>
                  <a:lnTo>
                    <a:pt x="18288202" y="0"/>
                  </a:lnTo>
                  <a:lnTo>
                    <a:pt x="18288202" y="110004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2775" y="62389"/>
            <a:ext cx="1476125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lang="en-US" sz="4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lang="en-US" sz="4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4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US" sz="4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lang="en-US" sz="4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SITELINKS &amp; CALLOUTS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39420" y="1464922"/>
            <a:ext cx="440944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SITELINKS TABLE — ALL EXTENSIONS 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87860" y="6396577"/>
            <a:ext cx="252285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SITELINK CREATION </a:t>
            </a:r>
            <a:r>
              <a:rPr sz="18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25510" y="9258773"/>
            <a:ext cx="584771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Flavours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sitelink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fruitvita.lovable.app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10+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flavours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17298" y="6474863"/>
            <a:ext cx="6896733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sz="2800" b="1" spc="-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Extensions</a:t>
            </a:r>
            <a:r>
              <a:rPr sz="2800" b="1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952FB0B-F54E-98F2-6750-95C9F2434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0" t="7560" r="20675"/>
          <a:stretch>
            <a:fillRect/>
          </a:stretch>
        </p:blipFill>
        <p:spPr>
          <a:xfrm>
            <a:off x="474121" y="1297362"/>
            <a:ext cx="10346279" cy="7979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8D821D1-BF16-227A-1189-EEC237301AEF}"/>
              </a:ext>
            </a:extLst>
          </p:cNvPr>
          <p:cNvSpPr txBox="1"/>
          <p:nvPr/>
        </p:nvSpPr>
        <p:spPr>
          <a:xfrm>
            <a:off x="11125200" y="1265899"/>
            <a:ext cx="6884431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  <a:p>
            <a:endParaRPr lang="en-US" sz="3200" b="1" dirty="0">
              <a:solidFill>
                <a:srgbClr val="2E7D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key USP: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 Sugar, Organic, Healthy</a:t>
            </a:r>
          </a:p>
          <a:p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quick access to </a:t>
            </a:r>
            <a:r>
              <a:rPr lang="en-US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flavours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benefits, brand info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visibility &amp; click-through rate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directly reach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relevant landing sections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trust through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health positioning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Increases chances of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qualified clicks &amp; conversions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DB3243-F8AD-6C25-047F-1564BB058E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91" y="2977754"/>
            <a:ext cx="5382376" cy="71447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7338E2-BCEC-90FE-AAA5-8DEA2DB47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0" y="114300"/>
            <a:ext cx="6371409" cy="346667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13061D-DE3E-6949-0BD6-DB94B42D3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5017" y="3924300"/>
            <a:ext cx="6090973" cy="619820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DE3AEB-A4CD-4B6A-1420-AF90BA248B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9733"/>
          <a:stretch>
            <a:fillRect/>
          </a:stretch>
        </p:blipFill>
        <p:spPr>
          <a:xfrm>
            <a:off x="5867400" y="243439"/>
            <a:ext cx="5382376" cy="33375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8217B1-EE86-2921-2F3B-3E189390E4A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41" y="243439"/>
            <a:ext cx="5382376" cy="53474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744ADB1-E3D6-9C4C-E525-EED920D74837}"/>
              </a:ext>
            </a:extLst>
          </p:cNvPr>
          <p:cNvSpPr txBox="1"/>
          <p:nvPr/>
        </p:nvSpPr>
        <p:spPr>
          <a:xfrm>
            <a:off x="5829300" y="4422688"/>
            <a:ext cx="5562600" cy="5201424"/>
          </a:xfrm>
          <a:prstGeom prst="rect">
            <a:avLst/>
          </a:prstGeom>
          <a:noFill/>
          <a:ln>
            <a:solidFill>
              <a:srgbClr val="2E7D32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CALLOUT EXTENSIONS  KEY INSIGHTS</a:t>
            </a:r>
          </a:p>
          <a:p>
            <a:endParaRPr lang="en-US" sz="2200" b="1" dirty="0">
              <a:solidFill>
                <a:srgbClr val="2E7D3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E7D32"/>
                </a:solidFill>
              </a:rPr>
              <a:t>Communicates </a:t>
            </a:r>
            <a:r>
              <a:rPr lang="en-US" sz="2400" b="1" dirty="0">
                <a:solidFill>
                  <a:srgbClr val="2E7D32"/>
                </a:solidFill>
              </a:rPr>
              <a:t>core health USP instantly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E7D32"/>
                </a:solidFill>
              </a:rPr>
              <a:t>Reinforces </a:t>
            </a:r>
            <a:r>
              <a:rPr lang="en-US" sz="2400" b="1" dirty="0">
                <a:solidFill>
                  <a:srgbClr val="2E7D32"/>
                </a:solidFill>
              </a:rPr>
              <a:t>premium &amp; clean positioning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E7D32"/>
                </a:solidFill>
              </a:rPr>
              <a:t>Increases </a:t>
            </a:r>
            <a:r>
              <a:rPr lang="en-US" sz="2400" b="1" dirty="0">
                <a:solidFill>
                  <a:srgbClr val="2E7D32"/>
                </a:solidFill>
              </a:rPr>
              <a:t>ad credibility &amp; trust</a:t>
            </a:r>
            <a:endParaRPr lang="en-US" sz="2400" dirty="0">
              <a:solidFill>
                <a:srgbClr val="2E7D32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E7D32"/>
                </a:solidFill>
              </a:rPr>
              <a:t>Highlights key benefits </a:t>
            </a:r>
            <a:r>
              <a:rPr lang="en-US" sz="2400" b="1" dirty="0">
                <a:solidFill>
                  <a:srgbClr val="2E7D32"/>
                </a:solidFill>
              </a:rPr>
              <a:t>without extra click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E7D32"/>
                </a:solidFill>
              </a:rPr>
              <a:t>Improves </a:t>
            </a:r>
            <a:r>
              <a:rPr lang="en-US" sz="2400" b="1" dirty="0">
                <a:solidFill>
                  <a:srgbClr val="2E7D32"/>
                </a:solidFill>
              </a:rPr>
              <a:t>ad relevance &amp; quality score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E7D32"/>
                </a:solidFill>
              </a:rPr>
              <a:t>Encourages </a:t>
            </a:r>
            <a:r>
              <a:rPr lang="en-US" sz="2400" b="1" dirty="0">
                <a:solidFill>
                  <a:srgbClr val="2E7D32"/>
                </a:solidFill>
              </a:rPr>
              <a:t>health-conscious user action</a:t>
            </a:r>
            <a:endParaRPr lang="en-US" sz="2400" dirty="0">
              <a:solidFill>
                <a:srgbClr val="2E7D32"/>
              </a:solidFill>
            </a:endParaRPr>
          </a:p>
          <a:p>
            <a:endParaRPr lang="en-IN" sz="2400" dirty="0">
              <a:solidFill>
                <a:srgbClr val="2E7D3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585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25" y="-26"/>
            <a:ext cx="6663258" cy="10287635"/>
          </a:xfrm>
          <a:custGeom>
            <a:avLst/>
            <a:gdLst/>
            <a:ahLst/>
            <a:cxnLst/>
            <a:rect l="l" t="t" r="r" b="b"/>
            <a:pathLst>
              <a:path w="6998970" h="10287635">
                <a:moveTo>
                  <a:pt x="6998741" y="12738"/>
                </a:moveTo>
                <a:lnTo>
                  <a:pt x="6986003" y="12738"/>
                </a:lnTo>
                <a:lnTo>
                  <a:pt x="6986003" y="38"/>
                </a:lnTo>
                <a:lnTo>
                  <a:pt x="6973341" y="38"/>
                </a:lnTo>
                <a:lnTo>
                  <a:pt x="12750" y="0"/>
                </a:lnTo>
                <a:lnTo>
                  <a:pt x="0" y="0"/>
                </a:lnTo>
                <a:lnTo>
                  <a:pt x="25" y="10287000"/>
                </a:lnTo>
                <a:lnTo>
                  <a:pt x="12750" y="10287000"/>
                </a:lnTo>
                <a:lnTo>
                  <a:pt x="6973341" y="10287000"/>
                </a:lnTo>
                <a:lnTo>
                  <a:pt x="6986003" y="10287038"/>
                </a:lnTo>
                <a:lnTo>
                  <a:pt x="6986003" y="10274338"/>
                </a:lnTo>
                <a:lnTo>
                  <a:pt x="6998741" y="10274338"/>
                </a:lnTo>
                <a:lnTo>
                  <a:pt x="6998741" y="12738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78426" y="294400"/>
            <a:ext cx="5577840" cy="1018226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algn="ctr">
              <a:spcBef>
                <a:spcPts val="259"/>
              </a:spcBef>
            </a:pPr>
            <a:r>
              <a:rPr sz="3200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  <a:r>
              <a:rPr sz="3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sz="3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sz="3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COPIES</a:t>
            </a:r>
            <a:r>
              <a:rPr sz="3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3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3200" spc="-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spc="-5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5   </a:t>
            </a:r>
            <a:r>
              <a:rPr sz="3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COPIES)</a:t>
            </a:r>
          </a:p>
        </p:txBody>
      </p:sp>
      <p:sp>
        <p:nvSpPr>
          <p:cNvPr id="6" name="object 6"/>
          <p:cNvSpPr/>
          <p:nvPr/>
        </p:nvSpPr>
        <p:spPr>
          <a:xfrm>
            <a:off x="286233" y="1937478"/>
            <a:ext cx="6090742" cy="4810683"/>
          </a:xfrm>
          <a:custGeom>
            <a:avLst/>
            <a:gdLst/>
            <a:ahLst/>
            <a:cxnLst/>
            <a:rect l="l" t="t" r="r" b="b"/>
            <a:pathLst>
              <a:path w="6353175" h="6024245">
                <a:moveTo>
                  <a:pt x="6133528" y="5309235"/>
                </a:moveTo>
                <a:lnTo>
                  <a:pt x="6127902" y="5303520"/>
                </a:lnTo>
                <a:lnTo>
                  <a:pt x="408051" y="5303520"/>
                </a:lnTo>
                <a:lnTo>
                  <a:pt x="402336" y="5309235"/>
                </a:lnTo>
                <a:lnTo>
                  <a:pt x="402336" y="6018174"/>
                </a:lnTo>
                <a:lnTo>
                  <a:pt x="408051" y="6023864"/>
                </a:lnTo>
                <a:lnTo>
                  <a:pt x="6127712" y="6023864"/>
                </a:lnTo>
                <a:lnTo>
                  <a:pt x="6133528" y="6018174"/>
                </a:lnTo>
                <a:lnTo>
                  <a:pt x="6133528" y="6011126"/>
                </a:lnTo>
                <a:lnTo>
                  <a:pt x="6133528" y="5998464"/>
                </a:lnTo>
                <a:lnTo>
                  <a:pt x="6133528" y="5328945"/>
                </a:lnTo>
                <a:lnTo>
                  <a:pt x="6133528" y="5316182"/>
                </a:lnTo>
                <a:lnTo>
                  <a:pt x="6133528" y="5309235"/>
                </a:lnTo>
                <a:close/>
              </a:path>
              <a:path w="6353175" h="6024245">
                <a:moveTo>
                  <a:pt x="6352984" y="12661"/>
                </a:moveTo>
                <a:lnTo>
                  <a:pt x="6352959" y="5715"/>
                </a:lnTo>
                <a:lnTo>
                  <a:pt x="6347358" y="0"/>
                </a:lnTo>
                <a:lnTo>
                  <a:pt x="5715" y="0"/>
                </a:lnTo>
                <a:lnTo>
                  <a:pt x="0" y="5715"/>
                </a:lnTo>
                <a:lnTo>
                  <a:pt x="0" y="92862"/>
                </a:lnTo>
                <a:lnTo>
                  <a:pt x="5715" y="98552"/>
                </a:lnTo>
                <a:lnTo>
                  <a:pt x="6347168" y="98552"/>
                </a:lnTo>
                <a:lnTo>
                  <a:pt x="6352959" y="92862"/>
                </a:lnTo>
                <a:lnTo>
                  <a:pt x="6352959" y="85813"/>
                </a:lnTo>
                <a:lnTo>
                  <a:pt x="6352984" y="73152"/>
                </a:lnTo>
                <a:lnTo>
                  <a:pt x="6352959" y="25425"/>
                </a:lnTo>
                <a:lnTo>
                  <a:pt x="6352984" y="12661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63904" y="2663354"/>
            <a:ext cx="5946522" cy="636713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221615">
              <a:lnSpc>
                <a:spcPts val="4730"/>
              </a:lnSpc>
              <a:spcBef>
                <a:spcPts val="265"/>
              </a:spcBef>
            </a:pPr>
            <a:r>
              <a:rPr sz="4800" b="1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sz="4800" b="1" spc="-30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Copy </a:t>
            </a:r>
            <a:r>
              <a:rPr sz="4800" b="1" spc="-1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Showcase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743" y="3490083"/>
            <a:ext cx="5398743" cy="1777409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40665" marR="233045" indent="-635" algn="ctr">
              <a:spcBef>
                <a:spcPts val="219"/>
              </a:spcBef>
            </a:pPr>
            <a:r>
              <a:rPr sz="28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Headlines:</a:t>
            </a:r>
            <a:r>
              <a:rPr sz="2800" spc="-1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r>
              <a:rPr sz="2800" spc="-1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chars</a:t>
            </a:r>
            <a:r>
              <a:rPr sz="2800" spc="-1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 Descriptions:</a:t>
            </a:r>
            <a:r>
              <a:rPr sz="28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sz="28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chars</a:t>
            </a:r>
            <a:r>
              <a:rPr sz="2800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sz="2800" spc="5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800" spc="5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0665" marR="233045" indent="-635" algn="ctr">
              <a:spcBef>
                <a:spcPts val="219"/>
              </a:spcBef>
            </a:pP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sz="2800" spc="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</a:t>
            </a:r>
            <a:r>
              <a:rPr sz="2800" spc="1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highlight</a:t>
            </a:r>
            <a:r>
              <a:rPr sz="2800" spc="1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FruitVita's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sz="2800" spc="-1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USP</a:t>
            </a:r>
            <a:r>
              <a:rPr sz="2800" spc="-1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800" spc="-1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sz="2800" spc="-1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Fruit,</a:t>
            </a:r>
            <a:r>
              <a:rPr sz="2800" spc="-1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sz="2800" spc="-1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6921" y="6177603"/>
            <a:ext cx="42608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b="1" spc="-39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</a:t>
            </a:r>
            <a:r>
              <a:rPr sz="2800" b="1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sz="2800" b="1" spc="-1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sz="2800" b="1" spc="-1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Copies</a:t>
            </a:r>
            <a:r>
              <a:rPr sz="2800" b="1" spc="-1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4AC7FEE-5B3C-6278-009F-3347B008CC63}"/>
              </a:ext>
            </a:extLst>
          </p:cNvPr>
          <p:cNvGrpSpPr/>
          <p:nvPr/>
        </p:nvGrpSpPr>
        <p:grpSpPr>
          <a:xfrm>
            <a:off x="7373900" y="845596"/>
            <a:ext cx="4686361" cy="2183765"/>
            <a:chOff x="7430518" y="389639"/>
            <a:chExt cx="5045730" cy="2183765"/>
          </a:xfrm>
        </p:grpSpPr>
        <p:grpSp>
          <p:nvGrpSpPr>
            <p:cNvPr id="11" name="object 11"/>
            <p:cNvGrpSpPr/>
            <p:nvPr/>
          </p:nvGrpSpPr>
          <p:grpSpPr>
            <a:xfrm>
              <a:off x="7430518" y="389639"/>
              <a:ext cx="5045730" cy="2183765"/>
              <a:chOff x="7430518" y="389639"/>
              <a:chExt cx="5237480" cy="2183765"/>
            </a:xfrm>
          </p:grpSpPr>
          <p:sp>
            <p:nvSpPr>
              <p:cNvPr id="12" name="object 12"/>
              <p:cNvSpPr/>
              <p:nvPr/>
            </p:nvSpPr>
            <p:spPr>
              <a:xfrm>
                <a:off x="7430518" y="389639"/>
                <a:ext cx="5236845" cy="2183765"/>
              </a:xfrm>
              <a:custGeom>
                <a:avLst/>
                <a:gdLst/>
                <a:ahLst/>
                <a:cxnLst/>
                <a:rect l="l" t="t" r="r" b="b"/>
                <a:pathLst>
                  <a:path w="5236845" h="2183765">
                    <a:moveTo>
                      <a:pt x="5231701" y="2183387"/>
                    </a:moveTo>
                    <a:lnTo>
                      <a:pt x="5619" y="2183387"/>
                    </a:lnTo>
                    <a:lnTo>
                      <a:pt x="0" y="2177700"/>
                    </a:lnTo>
                    <a:lnTo>
                      <a:pt x="0" y="5715"/>
                    </a:lnTo>
                    <a:lnTo>
                      <a:pt x="5715" y="0"/>
                    </a:lnTo>
                    <a:lnTo>
                      <a:pt x="5231796" y="0"/>
                    </a:lnTo>
                    <a:lnTo>
                      <a:pt x="5236717" y="5004"/>
                    </a:lnTo>
                    <a:lnTo>
                      <a:pt x="5236717" y="12668"/>
                    </a:lnTo>
                    <a:lnTo>
                      <a:pt x="12668" y="12668"/>
                    </a:lnTo>
                    <a:lnTo>
                      <a:pt x="12668" y="25431"/>
                    </a:lnTo>
                    <a:lnTo>
                      <a:pt x="25431" y="25431"/>
                    </a:lnTo>
                    <a:lnTo>
                      <a:pt x="25431" y="2157983"/>
                    </a:lnTo>
                    <a:lnTo>
                      <a:pt x="12668" y="2157983"/>
                    </a:lnTo>
                    <a:lnTo>
                      <a:pt x="12668" y="2170652"/>
                    </a:lnTo>
                    <a:lnTo>
                      <a:pt x="5236717" y="2170652"/>
                    </a:lnTo>
                    <a:lnTo>
                      <a:pt x="5236717" y="2178395"/>
                    </a:lnTo>
                    <a:lnTo>
                      <a:pt x="5231701" y="2183387"/>
                    </a:lnTo>
                    <a:close/>
                  </a:path>
                  <a:path w="5236845" h="2183765">
                    <a:moveTo>
                      <a:pt x="25431" y="25431"/>
                    </a:moveTo>
                    <a:lnTo>
                      <a:pt x="12668" y="25431"/>
                    </a:lnTo>
                    <a:lnTo>
                      <a:pt x="12668" y="12668"/>
                    </a:lnTo>
                    <a:lnTo>
                      <a:pt x="25431" y="12668"/>
                    </a:lnTo>
                    <a:lnTo>
                      <a:pt x="25431" y="25431"/>
                    </a:lnTo>
                    <a:close/>
                  </a:path>
                  <a:path w="5236845" h="2183765">
                    <a:moveTo>
                      <a:pt x="5212079" y="25431"/>
                    </a:moveTo>
                    <a:lnTo>
                      <a:pt x="25431" y="25431"/>
                    </a:lnTo>
                    <a:lnTo>
                      <a:pt x="25431" y="12668"/>
                    </a:lnTo>
                    <a:lnTo>
                      <a:pt x="5212079" y="12668"/>
                    </a:lnTo>
                    <a:lnTo>
                      <a:pt x="5212079" y="25431"/>
                    </a:lnTo>
                    <a:close/>
                  </a:path>
                  <a:path w="5236845" h="2183765">
                    <a:moveTo>
                      <a:pt x="5224748" y="2170652"/>
                    </a:moveTo>
                    <a:lnTo>
                      <a:pt x="5212079" y="2170652"/>
                    </a:lnTo>
                    <a:lnTo>
                      <a:pt x="5212079" y="12668"/>
                    </a:lnTo>
                    <a:lnTo>
                      <a:pt x="5224748" y="12668"/>
                    </a:lnTo>
                    <a:lnTo>
                      <a:pt x="5224748" y="25431"/>
                    </a:lnTo>
                    <a:lnTo>
                      <a:pt x="5236717" y="25431"/>
                    </a:lnTo>
                    <a:lnTo>
                      <a:pt x="5236717" y="2157983"/>
                    </a:lnTo>
                    <a:lnTo>
                      <a:pt x="5224748" y="2157983"/>
                    </a:lnTo>
                    <a:lnTo>
                      <a:pt x="5224748" y="2170652"/>
                    </a:lnTo>
                    <a:close/>
                  </a:path>
                  <a:path w="5236845" h="2183765">
                    <a:moveTo>
                      <a:pt x="5236717" y="25431"/>
                    </a:moveTo>
                    <a:lnTo>
                      <a:pt x="5224748" y="25431"/>
                    </a:lnTo>
                    <a:lnTo>
                      <a:pt x="5224748" y="12668"/>
                    </a:lnTo>
                    <a:lnTo>
                      <a:pt x="5236717" y="12668"/>
                    </a:lnTo>
                    <a:lnTo>
                      <a:pt x="5236717" y="25431"/>
                    </a:lnTo>
                    <a:close/>
                  </a:path>
                  <a:path w="5236845" h="2183765">
                    <a:moveTo>
                      <a:pt x="25431" y="2170652"/>
                    </a:moveTo>
                    <a:lnTo>
                      <a:pt x="12668" y="2170652"/>
                    </a:lnTo>
                    <a:lnTo>
                      <a:pt x="12668" y="2157983"/>
                    </a:lnTo>
                    <a:lnTo>
                      <a:pt x="25431" y="2157983"/>
                    </a:lnTo>
                    <a:lnTo>
                      <a:pt x="25431" y="2170652"/>
                    </a:lnTo>
                    <a:close/>
                  </a:path>
                  <a:path w="5236845" h="2183765">
                    <a:moveTo>
                      <a:pt x="5212079" y="2170652"/>
                    </a:moveTo>
                    <a:lnTo>
                      <a:pt x="25431" y="2170652"/>
                    </a:lnTo>
                    <a:lnTo>
                      <a:pt x="25431" y="2157983"/>
                    </a:lnTo>
                    <a:lnTo>
                      <a:pt x="5212079" y="2157983"/>
                    </a:lnTo>
                    <a:lnTo>
                      <a:pt x="5212079" y="2170652"/>
                    </a:lnTo>
                    <a:close/>
                  </a:path>
                  <a:path w="5236845" h="2183765">
                    <a:moveTo>
                      <a:pt x="5236717" y="2170652"/>
                    </a:moveTo>
                    <a:lnTo>
                      <a:pt x="5224748" y="2170652"/>
                    </a:lnTo>
                    <a:lnTo>
                      <a:pt x="5224748" y="2157983"/>
                    </a:lnTo>
                    <a:lnTo>
                      <a:pt x="5236717" y="2157983"/>
                    </a:lnTo>
                    <a:lnTo>
                      <a:pt x="5236717" y="2170652"/>
                    </a:lnTo>
                    <a:close/>
                  </a:path>
                </a:pathLst>
              </a:custGeom>
              <a:solidFill>
                <a:srgbClr val="DFDFDF"/>
              </a:solidFill>
            </p:spPr>
            <p:txBody>
              <a:bodyPr wrap="square" lIns="0" tIns="0" rIns="0" bIns="0" rtlCol="0"/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object 13"/>
              <p:cNvSpPr/>
              <p:nvPr/>
            </p:nvSpPr>
            <p:spPr>
              <a:xfrm>
                <a:off x="7430516" y="389648"/>
                <a:ext cx="523748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237480" h="99059">
                    <a:moveTo>
                      <a:pt x="5237416" y="5715"/>
                    </a:moveTo>
                    <a:lnTo>
                      <a:pt x="5231790" y="0"/>
                    </a:lnTo>
                    <a:lnTo>
                      <a:pt x="5715" y="0"/>
                    </a:lnTo>
                    <a:lnTo>
                      <a:pt x="0" y="5715"/>
                    </a:lnTo>
                    <a:lnTo>
                      <a:pt x="0" y="92862"/>
                    </a:lnTo>
                    <a:lnTo>
                      <a:pt x="5715" y="98552"/>
                    </a:lnTo>
                    <a:lnTo>
                      <a:pt x="5231600" y="98552"/>
                    </a:lnTo>
                    <a:lnTo>
                      <a:pt x="5237416" y="92862"/>
                    </a:lnTo>
                    <a:lnTo>
                      <a:pt x="5237416" y="85813"/>
                    </a:lnTo>
                    <a:lnTo>
                      <a:pt x="5237416" y="73152"/>
                    </a:lnTo>
                    <a:lnTo>
                      <a:pt x="5237416" y="25425"/>
                    </a:lnTo>
                    <a:lnTo>
                      <a:pt x="5237416" y="12661"/>
                    </a:lnTo>
                    <a:lnTo>
                      <a:pt x="5237416" y="5715"/>
                    </a:lnTo>
                    <a:close/>
                  </a:path>
                </a:pathLst>
              </a:custGeom>
              <a:solidFill>
                <a:srgbClr val="E65000"/>
              </a:solidFill>
            </p:spPr>
            <p:txBody>
              <a:bodyPr wrap="square" lIns="0" tIns="0" rIns="0" bIns="0" rtlCol="0"/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object 14"/>
            <p:cNvSpPr txBox="1"/>
            <p:nvPr/>
          </p:nvSpPr>
          <p:spPr>
            <a:xfrm>
              <a:off x="7613394" y="645572"/>
              <a:ext cx="4504055" cy="86946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400" b="1" spc="-10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REAL</a:t>
              </a:r>
              <a:r>
                <a:rPr lang="en-IN" sz="2400" b="1" spc="-8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10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FRUIT.</a:t>
              </a:r>
              <a:r>
                <a:rPr lang="en-IN" sz="2400" b="1" spc="-8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9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ZERO</a:t>
              </a:r>
              <a:r>
                <a:rPr lang="en-IN" sz="2400" b="1" spc="-8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1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SUGAR.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>
                <a:lnSpc>
                  <a:spcPct val="100000"/>
                </a:lnSpc>
                <a:spcBef>
                  <a:spcPts val="1360"/>
                </a:spcBef>
              </a:pPr>
              <a:r>
                <a:rPr sz="2000" dirty="0" err="1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FruitVita</a:t>
              </a:r>
              <a:r>
                <a:rPr sz="2000" spc="-6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Cold</a:t>
              </a:r>
              <a:r>
                <a:rPr sz="2000" spc="-6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Pressed</a:t>
              </a:r>
              <a:r>
                <a:rPr sz="2000" spc="-6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Juice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7613395" y="1683797"/>
              <a:ext cx="4782820" cy="507365"/>
            </a:xfrm>
            <a:prstGeom prst="rect">
              <a:avLst/>
            </a:prstGeom>
          </p:spPr>
          <p:txBody>
            <a:bodyPr vert="horz" wrap="square" lIns="0" tIns="24765" rIns="0" bIns="0" rtlCol="0">
              <a:spAutoFit/>
            </a:bodyPr>
            <a:lstStyle/>
            <a:p>
              <a:pPr marL="12700" marR="5080">
                <a:lnSpc>
                  <a:spcPts val="1880"/>
                </a:lnSpc>
                <a:spcBef>
                  <a:spcPts val="195"/>
                </a:spcBef>
              </a:pPr>
              <a:r>
                <a:rPr sz="2000" spc="-2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100%</a:t>
              </a:r>
              <a:r>
                <a:rPr sz="20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organic,</a:t>
              </a:r>
              <a:r>
                <a:rPr sz="20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cold-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pressed</a:t>
              </a:r>
              <a:r>
                <a:rPr sz="20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fruit</a:t>
              </a:r>
              <a:r>
                <a:rPr sz="20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juice</a:t>
              </a:r>
              <a:r>
                <a:rPr sz="2000" spc="-7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r>
                <a:rPr sz="20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zero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added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5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sugar.</a:t>
              </a:r>
              <a:r>
                <a:rPr sz="2000" spc="-6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Order</a:t>
              </a:r>
              <a:r>
                <a:rPr sz="2000" spc="-6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5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now</a:t>
              </a:r>
              <a:r>
                <a:rPr sz="2000" spc="-6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Blinkit.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145561F-8814-DFEE-DA3B-A934741EE7D3}"/>
              </a:ext>
            </a:extLst>
          </p:cNvPr>
          <p:cNvGrpSpPr/>
          <p:nvPr/>
        </p:nvGrpSpPr>
        <p:grpSpPr>
          <a:xfrm>
            <a:off x="12864335" y="855316"/>
            <a:ext cx="5046343" cy="2183765"/>
            <a:chOff x="13008357" y="389639"/>
            <a:chExt cx="5046343" cy="2183765"/>
          </a:xfrm>
        </p:grpSpPr>
        <p:grpSp>
          <p:nvGrpSpPr>
            <p:cNvPr id="16" name="object 16"/>
            <p:cNvGrpSpPr/>
            <p:nvPr/>
          </p:nvGrpSpPr>
          <p:grpSpPr>
            <a:xfrm>
              <a:off x="13008357" y="389639"/>
              <a:ext cx="5046342" cy="2183765"/>
              <a:chOff x="13008357" y="389639"/>
              <a:chExt cx="5237480" cy="2183765"/>
            </a:xfrm>
          </p:grpSpPr>
          <p:sp>
            <p:nvSpPr>
              <p:cNvPr id="17" name="object 17"/>
              <p:cNvSpPr/>
              <p:nvPr/>
            </p:nvSpPr>
            <p:spPr>
              <a:xfrm>
                <a:off x="13008357" y="389639"/>
                <a:ext cx="5236845" cy="2183765"/>
              </a:xfrm>
              <a:custGeom>
                <a:avLst/>
                <a:gdLst/>
                <a:ahLst/>
                <a:cxnLst/>
                <a:rect l="l" t="t" r="r" b="b"/>
                <a:pathLst>
                  <a:path w="5236844" h="2183765">
                    <a:moveTo>
                      <a:pt x="5231701" y="2183387"/>
                    </a:moveTo>
                    <a:lnTo>
                      <a:pt x="5619" y="2183387"/>
                    </a:lnTo>
                    <a:lnTo>
                      <a:pt x="0" y="2177700"/>
                    </a:lnTo>
                    <a:lnTo>
                      <a:pt x="0" y="5715"/>
                    </a:lnTo>
                    <a:lnTo>
                      <a:pt x="5715" y="0"/>
                    </a:lnTo>
                    <a:lnTo>
                      <a:pt x="5231796" y="0"/>
                    </a:lnTo>
                    <a:lnTo>
                      <a:pt x="5236717" y="5004"/>
                    </a:lnTo>
                    <a:lnTo>
                      <a:pt x="5236717" y="12668"/>
                    </a:lnTo>
                    <a:lnTo>
                      <a:pt x="12668" y="12668"/>
                    </a:lnTo>
                    <a:lnTo>
                      <a:pt x="12668" y="25431"/>
                    </a:lnTo>
                    <a:lnTo>
                      <a:pt x="25431" y="25431"/>
                    </a:lnTo>
                    <a:lnTo>
                      <a:pt x="25431" y="2157983"/>
                    </a:lnTo>
                    <a:lnTo>
                      <a:pt x="12668" y="2157983"/>
                    </a:lnTo>
                    <a:lnTo>
                      <a:pt x="12668" y="2170652"/>
                    </a:lnTo>
                    <a:lnTo>
                      <a:pt x="5236717" y="2170652"/>
                    </a:lnTo>
                    <a:lnTo>
                      <a:pt x="5236717" y="2178395"/>
                    </a:lnTo>
                    <a:lnTo>
                      <a:pt x="5231701" y="2183387"/>
                    </a:lnTo>
                    <a:close/>
                  </a:path>
                  <a:path w="5236844" h="2183765">
                    <a:moveTo>
                      <a:pt x="25431" y="25431"/>
                    </a:moveTo>
                    <a:lnTo>
                      <a:pt x="12668" y="25431"/>
                    </a:lnTo>
                    <a:lnTo>
                      <a:pt x="12668" y="12668"/>
                    </a:lnTo>
                    <a:lnTo>
                      <a:pt x="25431" y="12668"/>
                    </a:lnTo>
                    <a:lnTo>
                      <a:pt x="25431" y="25431"/>
                    </a:lnTo>
                    <a:close/>
                  </a:path>
                  <a:path w="5236844" h="2183765">
                    <a:moveTo>
                      <a:pt x="5212080" y="25431"/>
                    </a:moveTo>
                    <a:lnTo>
                      <a:pt x="25431" y="25431"/>
                    </a:lnTo>
                    <a:lnTo>
                      <a:pt x="25431" y="12668"/>
                    </a:lnTo>
                    <a:lnTo>
                      <a:pt x="5212080" y="12668"/>
                    </a:lnTo>
                    <a:lnTo>
                      <a:pt x="5212080" y="25431"/>
                    </a:lnTo>
                    <a:close/>
                  </a:path>
                  <a:path w="5236844" h="2183765">
                    <a:moveTo>
                      <a:pt x="5224748" y="2170652"/>
                    </a:moveTo>
                    <a:lnTo>
                      <a:pt x="5212080" y="2170652"/>
                    </a:lnTo>
                    <a:lnTo>
                      <a:pt x="5212080" y="12668"/>
                    </a:lnTo>
                    <a:lnTo>
                      <a:pt x="5224748" y="12668"/>
                    </a:lnTo>
                    <a:lnTo>
                      <a:pt x="5224748" y="25431"/>
                    </a:lnTo>
                    <a:lnTo>
                      <a:pt x="5236717" y="25431"/>
                    </a:lnTo>
                    <a:lnTo>
                      <a:pt x="5236717" y="2157983"/>
                    </a:lnTo>
                    <a:lnTo>
                      <a:pt x="5224748" y="2157983"/>
                    </a:lnTo>
                    <a:lnTo>
                      <a:pt x="5224748" y="2170652"/>
                    </a:lnTo>
                    <a:close/>
                  </a:path>
                  <a:path w="5236844" h="2183765">
                    <a:moveTo>
                      <a:pt x="5236717" y="25431"/>
                    </a:moveTo>
                    <a:lnTo>
                      <a:pt x="5224748" y="25431"/>
                    </a:lnTo>
                    <a:lnTo>
                      <a:pt x="5224748" y="12668"/>
                    </a:lnTo>
                    <a:lnTo>
                      <a:pt x="5236717" y="12668"/>
                    </a:lnTo>
                    <a:lnTo>
                      <a:pt x="5236717" y="25431"/>
                    </a:lnTo>
                    <a:close/>
                  </a:path>
                  <a:path w="5236844" h="2183765">
                    <a:moveTo>
                      <a:pt x="25431" y="2170652"/>
                    </a:moveTo>
                    <a:lnTo>
                      <a:pt x="12668" y="2170652"/>
                    </a:lnTo>
                    <a:lnTo>
                      <a:pt x="12668" y="2157983"/>
                    </a:lnTo>
                    <a:lnTo>
                      <a:pt x="25431" y="2157983"/>
                    </a:lnTo>
                    <a:lnTo>
                      <a:pt x="25431" y="2170652"/>
                    </a:lnTo>
                    <a:close/>
                  </a:path>
                  <a:path w="5236844" h="2183765">
                    <a:moveTo>
                      <a:pt x="5212080" y="2170652"/>
                    </a:moveTo>
                    <a:lnTo>
                      <a:pt x="25431" y="2170652"/>
                    </a:lnTo>
                    <a:lnTo>
                      <a:pt x="25431" y="2157983"/>
                    </a:lnTo>
                    <a:lnTo>
                      <a:pt x="5212080" y="2157983"/>
                    </a:lnTo>
                    <a:lnTo>
                      <a:pt x="5212080" y="2170652"/>
                    </a:lnTo>
                    <a:close/>
                  </a:path>
                  <a:path w="5236844" h="2183765">
                    <a:moveTo>
                      <a:pt x="5236717" y="2170652"/>
                    </a:moveTo>
                    <a:lnTo>
                      <a:pt x="5224748" y="2170652"/>
                    </a:lnTo>
                    <a:lnTo>
                      <a:pt x="5224748" y="2157983"/>
                    </a:lnTo>
                    <a:lnTo>
                      <a:pt x="5236717" y="2157983"/>
                    </a:lnTo>
                    <a:lnTo>
                      <a:pt x="5236717" y="2170652"/>
                    </a:lnTo>
                    <a:close/>
                  </a:path>
                </a:pathLst>
              </a:custGeom>
              <a:solidFill>
                <a:srgbClr val="DFDFDF"/>
              </a:solidFill>
            </p:spPr>
            <p:txBody>
              <a:bodyPr wrap="square" lIns="0" tIns="0" rIns="0" bIns="0" rtlCol="0"/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object 18"/>
              <p:cNvSpPr/>
              <p:nvPr/>
            </p:nvSpPr>
            <p:spPr>
              <a:xfrm>
                <a:off x="13008356" y="389648"/>
                <a:ext cx="523748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237480" h="99059">
                    <a:moveTo>
                      <a:pt x="5237416" y="5715"/>
                    </a:moveTo>
                    <a:lnTo>
                      <a:pt x="5231790" y="0"/>
                    </a:lnTo>
                    <a:lnTo>
                      <a:pt x="5715" y="0"/>
                    </a:lnTo>
                    <a:lnTo>
                      <a:pt x="0" y="5715"/>
                    </a:lnTo>
                    <a:lnTo>
                      <a:pt x="0" y="92862"/>
                    </a:lnTo>
                    <a:lnTo>
                      <a:pt x="5715" y="98552"/>
                    </a:lnTo>
                    <a:lnTo>
                      <a:pt x="5231600" y="98552"/>
                    </a:lnTo>
                    <a:lnTo>
                      <a:pt x="5237416" y="92862"/>
                    </a:lnTo>
                    <a:lnTo>
                      <a:pt x="5237416" y="85813"/>
                    </a:lnTo>
                    <a:lnTo>
                      <a:pt x="5237416" y="73152"/>
                    </a:lnTo>
                    <a:lnTo>
                      <a:pt x="5237416" y="25425"/>
                    </a:lnTo>
                    <a:lnTo>
                      <a:pt x="5237416" y="12661"/>
                    </a:lnTo>
                    <a:lnTo>
                      <a:pt x="5237416" y="5715"/>
                    </a:lnTo>
                    <a:close/>
                  </a:path>
                </a:pathLst>
              </a:custGeom>
              <a:solidFill>
                <a:srgbClr val="E65000"/>
              </a:solidFill>
            </p:spPr>
            <p:txBody>
              <a:bodyPr wrap="square" lIns="0" tIns="0" rIns="0" bIns="0" rtlCol="0"/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9" name="object 19"/>
            <p:cNvSpPr txBox="1"/>
            <p:nvPr/>
          </p:nvSpPr>
          <p:spPr>
            <a:xfrm>
              <a:off x="13191235" y="645572"/>
              <a:ext cx="4685030" cy="86946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400" b="1" spc="-4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DITCH</a:t>
              </a:r>
              <a:r>
                <a:rPr lang="en-IN" sz="2400" b="1" spc="-10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10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SUGARY</a:t>
              </a:r>
              <a:r>
                <a:rPr lang="en-IN" sz="2400" b="1" spc="-10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7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DRINKS</a:t>
              </a:r>
              <a:r>
                <a:rPr lang="en-IN" sz="2400" b="1" spc="-9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2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TODAY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>
                <a:lnSpc>
                  <a:spcPct val="100000"/>
                </a:lnSpc>
                <a:spcBef>
                  <a:spcPts val="1360"/>
                </a:spcBef>
              </a:pPr>
              <a:r>
                <a:rPr sz="2000" spc="-8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Try</a:t>
              </a:r>
              <a:r>
                <a:rPr sz="2000" spc="-11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FruitVita</a:t>
              </a:r>
              <a:r>
                <a:rPr sz="2000" spc="-11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r>
                <a:rPr sz="2000" spc="-105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5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India's</a:t>
              </a:r>
              <a:r>
                <a:rPr sz="2000" spc="-11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Cleanest</a:t>
              </a:r>
              <a:r>
                <a:rPr sz="2000" spc="-105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Juice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13191235" y="1683797"/>
              <a:ext cx="4863465" cy="507365"/>
            </a:xfrm>
            <a:prstGeom prst="rect">
              <a:avLst/>
            </a:prstGeom>
          </p:spPr>
          <p:txBody>
            <a:bodyPr vert="horz" wrap="square" lIns="0" tIns="24765" rIns="0" bIns="0" rtlCol="0">
              <a:spAutoFit/>
            </a:bodyPr>
            <a:lstStyle/>
            <a:p>
              <a:pPr marL="12700" marR="5080">
                <a:lnSpc>
                  <a:spcPts val="1880"/>
                </a:lnSpc>
                <a:spcBef>
                  <a:spcPts val="195"/>
                </a:spcBef>
              </a:pPr>
              <a:r>
                <a:rPr sz="2000" spc="5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r>
                <a:rPr sz="2000" spc="-1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artificial</a:t>
              </a:r>
              <a:r>
                <a:rPr sz="2000" spc="-10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5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flavours.</a:t>
              </a:r>
              <a:r>
                <a:rPr sz="2000" spc="-10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5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No</a:t>
              </a:r>
              <a:r>
                <a:rPr sz="2000" spc="-10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5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preservatives.</a:t>
              </a:r>
              <a:r>
                <a:rPr sz="2000" spc="-10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Just</a:t>
              </a:r>
              <a:r>
                <a:rPr sz="2000" spc="-10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pure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fruit</a:t>
              </a:r>
              <a:r>
                <a:rPr sz="2000" spc="-8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nutrition</a:t>
              </a:r>
              <a:r>
                <a:rPr sz="20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delivered</a:t>
              </a:r>
              <a:r>
                <a:rPr sz="20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fast.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6776330-F8E4-6CD7-D331-8A74C6B55F1E}"/>
              </a:ext>
            </a:extLst>
          </p:cNvPr>
          <p:cNvGrpSpPr/>
          <p:nvPr/>
        </p:nvGrpSpPr>
        <p:grpSpPr>
          <a:xfrm>
            <a:off x="7430516" y="3929057"/>
            <a:ext cx="4686932" cy="2183765"/>
            <a:chOff x="7430518" y="2803654"/>
            <a:chExt cx="4686932" cy="2183765"/>
          </a:xfrm>
        </p:grpSpPr>
        <p:grpSp>
          <p:nvGrpSpPr>
            <p:cNvPr id="21" name="object 21"/>
            <p:cNvGrpSpPr/>
            <p:nvPr/>
          </p:nvGrpSpPr>
          <p:grpSpPr>
            <a:xfrm>
              <a:off x="7430518" y="2803654"/>
              <a:ext cx="4686931" cy="2183765"/>
              <a:chOff x="7430518" y="2803654"/>
              <a:chExt cx="5237480" cy="2183765"/>
            </a:xfrm>
          </p:grpSpPr>
          <p:sp>
            <p:nvSpPr>
              <p:cNvPr id="22" name="object 22"/>
              <p:cNvSpPr/>
              <p:nvPr/>
            </p:nvSpPr>
            <p:spPr>
              <a:xfrm>
                <a:off x="7430518" y="2803654"/>
                <a:ext cx="5236845" cy="2183765"/>
              </a:xfrm>
              <a:custGeom>
                <a:avLst/>
                <a:gdLst/>
                <a:ahLst/>
                <a:cxnLst/>
                <a:rect l="l" t="t" r="r" b="b"/>
                <a:pathLst>
                  <a:path w="5236845" h="2183765">
                    <a:moveTo>
                      <a:pt x="5231701" y="2183387"/>
                    </a:moveTo>
                    <a:lnTo>
                      <a:pt x="5619" y="2183387"/>
                    </a:lnTo>
                    <a:lnTo>
                      <a:pt x="0" y="2177700"/>
                    </a:lnTo>
                    <a:lnTo>
                      <a:pt x="0" y="5715"/>
                    </a:lnTo>
                    <a:lnTo>
                      <a:pt x="5715" y="0"/>
                    </a:lnTo>
                    <a:lnTo>
                      <a:pt x="5231796" y="0"/>
                    </a:lnTo>
                    <a:lnTo>
                      <a:pt x="5236717" y="5004"/>
                    </a:lnTo>
                    <a:lnTo>
                      <a:pt x="5236717" y="12668"/>
                    </a:lnTo>
                    <a:lnTo>
                      <a:pt x="12668" y="12668"/>
                    </a:lnTo>
                    <a:lnTo>
                      <a:pt x="12668" y="25431"/>
                    </a:lnTo>
                    <a:lnTo>
                      <a:pt x="25431" y="25431"/>
                    </a:lnTo>
                    <a:lnTo>
                      <a:pt x="25431" y="2157983"/>
                    </a:lnTo>
                    <a:lnTo>
                      <a:pt x="12668" y="2157983"/>
                    </a:lnTo>
                    <a:lnTo>
                      <a:pt x="12668" y="2170652"/>
                    </a:lnTo>
                    <a:lnTo>
                      <a:pt x="5236717" y="2170652"/>
                    </a:lnTo>
                    <a:lnTo>
                      <a:pt x="5236717" y="2178395"/>
                    </a:lnTo>
                    <a:lnTo>
                      <a:pt x="5231701" y="2183387"/>
                    </a:lnTo>
                    <a:close/>
                  </a:path>
                  <a:path w="5236845" h="2183765">
                    <a:moveTo>
                      <a:pt x="25431" y="25431"/>
                    </a:moveTo>
                    <a:lnTo>
                      <a:pt x="12668" y="25431"/>
                    </a:lnTo>
                    <a:lnTo>
                      <a:pt x="12668" y="12668"/>
                    </a:lnTo>
                    <a:lnTo>
                      <a:pt x="25431" y="12668"/>
                    </a:lnTo>
                    <a:lnTo>
                      <a:pt x="25431" y="25431"/>
                    </a:lnTo>
                    <a:close/>
                  </a:path>
                  <a:path w="5236845" h="2183765">
                    <a:moveTo>
                      <a:pt x="5212079" y="25431"/>
                    </a:moveTo>
                    <a:lnTo>
                      <a:pt x="25431" y="25431"/>
                    </a:lnTo>
                    <a:lnTo>
                      <a:pt x="25431" y="12668"/>
                    </a:lnTo>
                    <a:lnTo>
                      <a:pt x="5212079" y="12668"/>
                    </a:lnTo>
                    <a:lnTo>
                      <a:pt x="5212079" y="25431"/>
                    </a:lnTo>
                    <a:close/>
                  </a:path>
                  <a:path w="5236845" h="2183765">
                    <a:moveTo>
                      <a:pt x="5224748" y="2170652"/>
                    </a:moveTo>
                    <a:lnTo>
                      <a:pt x="5212079" y="2170652"/>
                    </a:lnTo>
                    <a:lnTo>
                      <a:pt x="5212079" y="12668"/>
                    </a:lnTo>
                    <a:lnTo>
                      <a:pt x="5224748" y="12668"/>
                    </a:lnTo>
                    <a:lnTo>
                      <a:pt x="5224748" y="25431"/>
                    </a:lnTo>
                    <a:lnTo>
                      <a:pt x="5236717" y="25431"/>
                    </a:lnTo>
                    <a:lnTo>
                      <a:pt x="5236717" y="2157983"/>
                    </a:lnTo>
                    <a:lnTo>
                      <a:pt x="5224748" y="2157983"/>
                    </a:lnTo>
                    <a:lnTo>
                      <a:pt x="5224748" y="2170652"/>
                    </a:lnTo>
                    <a:close/>
                  </a:path>
                  <a:path w="5236845" h="2183765">
                    <a:moveTo>
                      <a:pt x="5236717" y="25431"/>
                    </a:moveTo>
                    <a:lnTo>
                      <a:pt x="5224748" y="25431"/>
                    </a:lnTo>
                    <a:lnTo>
                      <a:pt x="5224748" y="12668"/>
                    </a:lnTo>
                    <a:lnTo>
                      <a:pt x="5236717" y="12668"/>
                    </a:lnTo>
                    <a:lnTo>
                      <a:pt x="5236717" y="25431"/>
                    </a:lnTo>
                    <a:close/>
                  </a:path>
                  <a:path w="5236845" h="2183765">
                    <a:moveTo>
                      <a:pt x="25431" y="2170652"/>
                    </a:moveTo>
                    <a:lnTo>
                      <a:pt x="12668" y="2170652"/>
                    </a:lnTo>
                    <a:lnTo>
                      <a:pt x="12668" y="2157983"/>
                    </a:lnTo>
                    <a:lnTo>
                      <a:pt x="25431" y="2157983"/>
                    </a:lnTo>
                    <a:lnTo>
                      <a:pt x="25431" y="2170652"/>
                    </a:lnTo>
                    <a:close/>
                  </a:path>
                  <a:path w="5236845" h="2183765">
                    <a:moveTo>
                      <a:pt x="5212079" y="2170652"/>
                    </a:moveTo>
                    <a:lnTo>
                      <a:pt x="25431" y="2170652"/>
                    </a:lnTo>
                    <a:lnTo>
                      <a:pt x="25431" y="2157983"/>
                    </a:lnTo>
                    <a:lnTo>
                      <a:pt x="5212079" y="2157983"/>
                    </a:lnTo>
                    <a:lnTo>
                      <a:pt x="5212079" y="2170652"/>
                    </a:lnTo>
                    <a:close/>
                  </a:path>
                  <a:path w="5236845" h="2183765">
                    <a:moveTo>
                      <a:pt x="5236717" y="2170652"/>
                    </a:moveTo>
                    <a:lnTo>
                      <a:pt x="5224748" y="2170652"/>
                    </a:lnTo>
                    <a:lnTo>
                      <a:pt x="5224748" y="2157983"/>
                    </a:lnTo>
                    <a:lnTo>
                      <a:pt x="5236717" y="2157983"/>
                    </a:lnTo>
                    <a:lnTo>
                      <a:pt x="5236717" y="2170652"/>
                    </a:lnTo>
                    <a:close/>
                  </a:path>
                </a:pathLst>
              </a:custGeom>
              <a:solidFill>
                <a:srgbClr val="DFDFDF"/>
              </a:solidFill>
            </p:spPr>
            <p:txBody>
              <a:bodyPr wrap="square" lIns="0" tIns="0" rIns="0" bIns="0" rtlCol="0"/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object 23"/>
              <p:cNvSpPr/>
              <p:nvPr/>
            </p:nvSpPr>
            <p:spPr>
              <a:xfrm>
                <a:off x="7430516" y="2803664"/>
                <a:ext cx="523748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237480" h="99060">
                    <a:moveTo>
                      <a:pt x="5237416" y="5715"/>
                    </a:moveTo>
                    <a:lnTo>
                      <a:pt x="5231790" y="0"/>
                    </a:lnTo>
                    <a:lnTo>
                      <a:pt x="5715" y="0"/>
                    </a:lnTo>
                    <a:lnTo>
                      <a:pt x="0" y="5715"/>
                    </a:lnTo>
                    <a:lnTo>
                      <a:pt x="0" y="92862"/>
                    </a:lnTo>
                    <a:lnTo>
                      <a:pt x="5715" y="98552"/>
                    </a:lnTo>
                    <a:lnTo>
                      <a:pt x="5231600" y="98552"/>
                    </a:lnTo>
                    <a:lnTo>
                      <a:pt x="5237416" y="92862"/>
                    </a:lnTo>
                    <a:lnTo>
                      <a:pt x="5237416" y="85813"/>
                    </a:lnTo>
                    <a:lnTo>
                      <a:pt x="5237416" y="73152"/>
                    </a:lnTo>
                    <a:lnTo>
                      <a:pt x="5237416" y="25425"/>
                    </a:lnTo>
                    <a:lnTo>
                      <a:pt x="5237416" y="12661"/>
                    </a:lnTo>
                    <a:lnTo>
                      <a:pt x="5237416" y="5715"/>
                    </a:lnTo>
                    <a:close/>
                  </a:path>
                </a:pathLst>
              </a:custGeom>
              <a:solidFill>
                <a:srgbClr val="E65000"/>
              </a:solidFill>
            </p:spPr>
            <p:txBody>
              <a:bodyPr wrap="square" lIns="0" tIns="0" rIns="0" bIns="0" rtlCol="0"/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" name="object 24"/>
            <p:cNvSpPr txBox="1"/>
            <p:nvPr/>
          </p:nvSpPr>
          <p:spPr>
            <a:xfrm>
              <a:off x="7613395" y="3059588"/>
              <a:ext cx="4504054" cy="86946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400" b="1" spc="-40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10+</a:t>
              </a:r>
              <a:r>
                <a:rPr lang="en-IN" sz="2400" b="1" spc="-10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9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FLAVOURS</a:t>
              </a:r>
              <a:r>
                <a:rPr lang="en-IN" sz="2400" b="1" spc="-10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459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</a:t>
              </a:r>
              <a:r>
                <a:rPr lang="en-IN" sz="2400" b="1" spc="-10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SUGAR</a:t>
              </a:r>
              <a:r>
                <a:rPr lang="en-IN" sz="2400" b="1" spc="-10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2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FREE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>
                <a:lnSpc>
                  <a:spcPct val="100000"/>
                </a:lnSpc>
                <a:spcBef>
                  <a:spcPts val="1360"/>
                </a:spcBef>
              </a:pPr>
              <a:r>
                <a:rPr sz="2000" dirty="0" err="1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FruitVita</a:t>
              </a:r>
              <a:r>
                <a:rPr sz="2000" spc="-114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r>
                <a:rPr sz="2000" spc="-114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Healthy</a:t>
              </a:r>
              <a:r>
                <a:rPr sz="2000" spc="-114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Drinks</a:t>
              </a:r>
              <a:r>
                <a:rPr sz="2000" spc="-114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India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object 25"/>
            <p:cNvSpPr txBox="1"/>
            <p:nvPr/>
          </p:nvSpPr>
          <p:spPr>
            <a:xfrm>
              <a:off x="7613395" y="4097813"/>
              <a:ext cx="4504055" cy="512961"/>
            </a:xfrm>
            <a:prstGeom prst="rect">
              <a:avLst/>
            </a:prstGeom>
          </p:spPr>
          <p:txBody>
            <a:bodyPr vert="horz" wrap="square" lIns="0" tIns="25400" rIns="0" bIns="0" rtlCol="0">
              <a:spAutoFit/>
            </a:bodyPr>
            <a:lstStyle/>
            <a:p>
              <a:pPr marL="12700" marR="5080">
                <a:lnSpc>
                  <a:spcPts val="1870"/>
                </a:lnSpc>
                <a:spcBef>
                  <a:spcPts val="200"/>
                </a:spcBef>
              </a:pP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From</a:t>
              </a:r>
              <a:r>
                <a:rPr sz="2000" spc="-7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6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Mango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Mojo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Apple</a:t>
              </a:r>
              <a:r>
                <a:rPr sz="2000" spc="-7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9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Pop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find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your daily</a:t>
              </a:r>
              <a:r>
                <a:rPr sz="2000" spc="-9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health</a:t>
              </a:r>
              <a:r>
                <a:rPr sz="2000" spc="-8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fix.</a:t>
              </a:r>
              <a:r>
                <a:rPr sz="2000" spc="-8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Free</a:t>
              </a:r>
              <a:r>
                <a:rPr sz="2000" spc="-9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3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delivery</a:t>
              </a:r>
              <a:r>
                <a:rPr sz="2000" spc="-8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available.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B35282D-9EBD-8215-1A4B-1A8A41006A01}"/>
              </a:ext>
            </a:extLst>
          </p:cNvPr>
          <p:cNvGrpSpPr/>
          <p:nvPr/>
        </p:nvGrpSpPr>
        <p:grpSpPr>
          <a:xfrm>
            <a:off x="12829923" y="3895886"/>
            <a:ext cx="5046342" cy="2183765"/>
            <a:chOff x="13008357" y="2803654"/>
            <a:chExt cx="5046342" cy="2183765"/>
          </a:xfrm>
        </p:grpSpPr>
        <p:grpSp>
          <p:nvGrpSpPr>
            <p:cNvPr id="26" name="object 26"/>
            <p:cNvGrpSpPr/>
            <p:nvPr/>
          </p:nvGrpSpPr>
          <p:grpSpPr>
            <a:xfrm>
              <a:off x="13008357" y="2803654"/>
              <a:ext cx="5045730" cy="2183765"/>
              <a:chOff x="13008357" y="2803654"/>
              <a:chExt cx="5237480" cy="2183765"/>
            </a:xfrm>
          </p:grpSpPr>
          <p:sp>
            <p:nvSpPr>
              <p:cNvPr id="27" name="object 27"/>
              <p:cNvSpPr/>
              <p:nvPr/>
            </p:nvSpPr>
            <p:spPr>
              <a:xfrm>
                <a:off x="13008357" y="2803654"/>
                <a:ext cx="5236845" cy="2183765"/>
              </a:xfrm>
              <a:custGeom>
                <a:avLst/>
                <a:gdLst/>
                <a:ahLst/>
                <a:cxnLst/>
                <a:rect l="l" t="t" r="r" b="b"/>
                <a:pathLst>
                  <a:path w="5236844" h="2183765">
                    <a:moveTo>
                      <a:pt x="5231701" y="2183387"/>
                    </a:moveTo>
                    <a:lnTo>
                      <a:pt x="5619" y="2183387"/>
                    </a:lnTo>
                    <a:lnTo>
                      <a:pt x="0" y="2177700"/>
                    </a:lnTo>
                    <a:lnTo>
                      <a:pt x="0" y="5715"/>
                    </a:lnTo>
                    <a:lnTo>
                      <a:pt x="5715" y="0"/>
                    </a:lnTo>
                    <a:lnTo>
                      <a:pt x="5231796" y="0"/>
                    </a:lnTo>
                    <a:lnTo>
                      <a:pt x="5236717" y="5004"/>
                    </a:lnTo>
                    <a:lnTo>
                      <a:pt x="5236717" y="12668"/>
                    </a:lnTo>
                    <a:lnTo>
                      <a:pt x="12668" y="12668"/>
                    </a:lnTo>
                    <a:lnTo>
                      <a:pt x="12668" y="25431"/>
                    </a:lnTo>
                    <a:lnTo>
                      <a:pt x="25431" y="25431"/>
                    </a:lnTo>
                    <a:lnTo>
                      <a:pt x="25431" y="2157983"/>
                    </a:lnTo>
                    <a:lnTo>
                      <a:pt x="12668" y="2157983"/>
                    </a:lnTo>
                    <a:lnTo>
                      <a:pt x="12668" y="2170652"/>
                    </a:lnTo>
                    <a:lnTo>
                      <a:pt x="5236717" y="2170652"/>
                    </a:lnTo>
                    <a:lnTo>
                      <a:pt x="5236717" y="2178395"/>
                    </a:lnTo>
                    <a:lnTo>
                      <a:pt x="5231701" y="2183387"/>
                    </a:lnTo>
                    <a:close/>
                  </a:path>
                  <a:path w="5236844" h="2183765">
                    <a:moveTo>
                      <a:pt x="25431" y="25431"/>
                    </a:moveTo>
                    <a:lnTo>
                      <a:pt x="12668" y="25431"/>
                    </a:lnTo>
                    <a:lnTo>
                      <a:pt x="12668" y="12668"/>
                    </a:lnTo>
                    <a:lnTo>
                      <a:pt x="25431" y="12668"/>
                    </a:lnTo>
                    <a:lnTo>
                      <a:pt x="25431" y="25431"/>
                    </a:lnTo>
                    <a:close/>
                  </a:path>
                  <a:path w="5236844" h="2183765">
                    <a:moveTo>
                      <a:pt x="5212080" y="25431"/>
                    </a:moveTo>
                    <a:lnTo>
                      <a:pt x="25431" y="25431"/>
                    </a:lnTo>
                    <a:lnTo>
                      <a:pt x="25431" y="12668"/>
                    </a:lnTo>
                    <a:lnTo>
                      <a:pt x="5212080" y="12668"/>
                    </a:lnTo>
                    <a:lnTo>
                      <a:pt x="5212080" y="25431"/>
                    </a:lnTo>
                    <a:close/>
                  </a:path>
                  <a:path w="5236844" h="2183765">
                    <a:moveTo>
                      <a:pt x="5224748" y="2170652"/>
                    </a:moveTo>
                    <a:lnTo>
                      <a:pt x="5212080" y="2170652"/>
                    </a:lnTo>
                    <a:lnTo>
                      <a:pt x="5212080" y="12668"/>
                    </a:lnTo>
                    <a:lnTo>
                      <a:pt x="5224748" y="12668"/>
                    </a:lnTo>
                    <a:lnTo>
                      <a:pt x="5224748" y="25431"/>
                    </a:lnTo>
                    <a:lnTo>
                      <a:pt x="5236717" y="25431"/>
                    </a:lnTo>
                    <a:lnTo>
                      <a:pt x="5236717" y="2157983"/>
                    </a:lnTo>
                    <a:lnTo>
                      <a:pt x="5224748" y="2157983"/>
                    </a:lnTo>
                    <a:lnTo>
                      <a:pt x="5224748" y="2170652"/>
                    </a:lnTo>
                    <a:close/>
                  </a:path>
                  <a:path w="5236844" h="2183765">
                    <a:moveTo>
                      <a:pt x="5236717" y="25431"/>
                    </a:moveTo>
                    <a:lnTo>
                      <a:pt x="5224748" y="25431"/>
                    </a:lnTo>
                    <a:lnTo>
                      <a:pt x="5224748" y="12668"/>
                    </a:lnTo>
                    <a:lnTo>
                      <a:pt x="5236717" y="12668"/>
                    </a:lnTo>
                    <a:lnTo>
                      <a:pt x="5236717" y="25431"/>
                    </a:lnTo>
                    <a:close/>
                  </a:path>
                  <a:path w="5236844" h="2183765">
                    <a:moveTo>
                      <a:pt x="25431" y="2170652"/>
                    </a:moveTo>
                    <a:lnTo>
                      <a:pt x="12668" y="2170652"/>
                    </a:lnTo>
                    <a:lnTo>
                      <a:pt x="12668" y="2157983"/>
                    </a:lnTo>
                    <a:lnTo>
                      <a:pt x="25431" y="2157983"/>
                    </a:lnTo>
                    <a:lnTo>
                      <a:pt x="25431" y="2170652"/>
                    </a:lnTo>
                    <a:close/>
                  </a:path>
                  <a:path w="5236844" h="2183765">
                    <a:moveTo>
                      <a:pt x="5212080" y="2170652"/>
                    </a:moveTo>
                    <a:lnTo>
                      <a:pt x="25431" y="2170652"/>
                    </a:lnTo>
                    <a:lnTo>
                      <a:pt x="25431" y="2157983"/>
                    </a:lnTo>
                    <a:lnTo>
                      <a:pt x="5212080" y="2157983"/>
                    </a:lnTo>
                    <a:lnTo>
                      <a:pt x="5212080" y="2170652"/>
                    </a:lnTo>
                    <a:close/>
                  </a:path>
                  <a:path w="5236844" h="2183765">
                    <a:moveTo>
                      <a:pt x="5236717" y="2170652"/>
                    </a:moveTo>
                    <a:lnTo>
                      <a:pt x="5224748" y="2170652"/>
                    </a:lnTo>
                    <a:lnTo>
                      <a:pt x="5224748" y="2157983"/>
                    </a:lnTo>
                    <a:lnTo>
                      <a:pt x="5236717" y="2157983"/>
                    </a:lnTo>
                    <a:lnTo>
                      <a:pt x="5236717" y="2170652"/>
                    </a:lnTo>
                    <a:close/>
                  </a:path>
                </a:pathLst>
              </a:custGeom>
              <a:solidFill>
                <a:srgbClr val="DFDFDF"/>
              </a:solidFill>
            </p:spPr>
            <p:txBody>
              <a:bodyPr wrap="square" lIns="0" tIns="0" rIns="0" bIns="0" rtlCol="0"/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object 28"/>
              <p:cNvSpPr/>
              <p:nvPr/>
            </p:nvSpPr>
            <p:spPr>
              <a:xfrm>
                <a:off x="13008356" y="2803664"/>
                <a:ext cx="523748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237480" h="99060">
                    <a:moveTo>
                      <a:pt x="5237416" y="5715"/>
                    </a:moveTo>
                    <a:lnTo>
                      <a:pt x="5231790" y="0"/>
                    </a:lnTo>
                    <a:lnTo>
                      <a:pt x="5715" y="0"/>
                    </a:lnTo>
                    <a:lnTo>
                      <a:pt x="0" y="5715"/>
                    </a:lnTo>
                    <a:lnTo>
                      <a:pt x="0" y="92862"/>
                    </a:lnTo>
                    <a:lnTo>
                      <a:pt x="5715" y="98552"/>
                    </a:lnTo>
                    <a:lnTo>
                      <a:pt x="5231600" y="98552"/>
                    </a:lnTo>
                    <a:lnTo>
                      <a:pt x="5237416" y="92862"/>
                    </a:lnTo>
                    <a:lnTo>
                      <a:pt x="5237416" y="85813"/>
                    </a:lnTo>
                    <a:lnTo>
                      <a:pt x="5237416" y="73152"/>
                    </a:lnTo>
                    <a:lnTo>
                      <a:pt x="5237416" y="25425"/>
                    </a:lnTo>
                    <a:lnTo>
                      <a:pt x="5237416" y="12661"/>
                    </a:lnTo>
                    <a:lnTo>
                      <a:pt x="5237416" y="5715"/>
                    </a:lnTo>
                    <a:close/>
                  </a:path>
                </a:pathLst>
              </a:custGeom>
              <a:solidFill>
                <a:srgbClr val="E65000"/>
              </a:solidFill>
            </p:spPr>
            <p:txBody>
              <a:bodyPr wrap="square" lIns="0" tIns="0" rIns="0" bIns="0" rtlCol="0"/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object 29"/>
            <p:cNvSpPr txBox="1"/>
            <p:nvPr/>
          </p:nvSpPr>
          <p:spPr>
            <a:xfrm>
              <a:off x="13191234" y="3059588"/>
              <a:ext cx="4863465" cy="86946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en-IN" sz="2400" b="1" spc="-4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COLD</a:t>
              </a:r>
              <a:r>
                <a:rPr lang="en-IN" sz="2400" b="1" spc="-9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10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PRESSED.</a:t>
              </a:r>
              <a:r>
                <a:rPr lang="en-IN" sz="2400" b="1" spc="-9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7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NUTRIENT</a:t>
              </a:r>
              <a:r>
                <a:rPr lang="en-IN" sz="2400" b="1" spc="-9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IN" sz="2400" b="1" spc="-3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RICH.</a:t>
              </a:r>
              <a:endParaRPr lang="en-IN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>
                <a:lnSpc>
                  <a:spcPct val="100000"/>
                </a:lnSpc>
                <a:spcBef>
                  <a:spcPts val="1360"/>
                </a:spcBef>
              </a:pPr>
              <a:r>
                <a:rPr sz="2000" dirty="0" err="1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FruitVita</a:t>
              </a:r>
              <a:r>
                <a:rPr sz="2000" spc="-3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Organic</a:t>
              </a:r>
              <a:r>
                <a:rPr sz="2000" spc="-3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Fruit</a:t>
              </a:r>
              <a:r>
                <a:rPr sz="2000" spc="-25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Juice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3191235" y="4097813"/>
              <a:ext cx="4685030" cy="512961"/>
            </a:xfrm>
            <a:prstGeom prst="rect">
              <a:avLst/>
            </a:prstGeom>
          </p:spPr>
          <p:txBody>
            <a:bodyPr vert="horz" wrap="square" lIns="0" tIns="25400" rIns="0" bIns="0" rtlCol="0">
              <a:spAutoFit/>
            </a:bodyPr>
            <a:lstStyle/>
            <a:p>
              <a:pPr marL="12700" marR="5080">
                <a:lnSpc>
                  <a:spcPts val="1870"/>
                </a:lnSpc>
                <a:spcBef>
                  <a:spcPts val="200"/>
                </a:spcBef>
              </a:pPr>
              <a:r>
                <a:rPr sz="2000" spc="-2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Vitamins,</a:t>
              </a:r>
              <a:r>
                <a:rPr sz="20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antioxidants</a:t>
              </a:r>
              <a:r>
                <a:rPr sz="2000" spc="-7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r>
                <a:rPr sz="2000" spc="-7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electrolytes</a:t>
              </a:r>
              <a:r>
                <a:rPr sz="20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locked</a:t>
              </a:r>
              <a:r>
                <a:rPr sz="2000" spc="-7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 </a:t>
              </a:r>
              <a:r>
                <a:rPr sz="2000" spc="-5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every</a:t>
              </a:r>
              <a:r>
                <a:rPr sz="2000" spc="-9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sip.</a:t>
              </a:r>
              <a:r>
                <a:rPr sz="2000" spc="-9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Order</a:t>
              </a:r>
              <a:r>
                <a:rPr sz="2000" spc="-8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online</a:t>
              </a:r>
              <a:r>
                <a:rPr sz="2000" spc="-9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today.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F12DF56-CA13-DC1A-2733-8955FDEA8935}"/>
              </a:ext>
            </a:extLst>
          </p:cNvPr>
          <p:cNvGrpSpPr/>
          <p:nvPr/>
        </p:nvGrpSpPr>
        <p:grpSpPr>
          <a:xfrm>
            <a:off x="9773697" y="6997165"/>
            <a:ext cx="5237480" cy="2183765"/>
            <a:chOff x="9807956" y="5217671"/>
            <a:chExt cx="5237480" cy="2183765"/>
          </a:xfrm>
        </p:grpSpPr>
        <p:grpSp>
          <p:nvGrpSpPr>
            <p:cNvPr id="31" name="object 31"/>
            <p:cNvGrpSpPr/>
            <p:nvPr/>
          </p:nvGrpSpPr>
          <p:grpSpPr>
            <a:xfrm>
              <a:off x="9807956" y="5217671"/>
              <a:ext cx="5237480" cy="2183765"/>
              <a:chOff x="9807956" y="5217671"/>
              <a:chExt cx="5237480" cy="2183765"/>
            </a:xfrm>
          </p:grpSpPr>
          <p:sp>
            <p:nvSpPr>
              <p:cNvPr id="32" name="object 32"/>
              <p:cNvSpPr/>
              <p:nvPr/>
            </p:nvSpPr>
            <p:spPr>
              <a:xfrm>
                <a:off x="9807959" y="5217671"/>
                <a:ext cx="5236845" cy="2183765"/>
              </a:xfrm>
              <a:custGeom>
                <a:avLst/>
                <a:gdLst/>
                <a:ahLst/>
                <a:cxnLst/>
                <a:rect l="l" t="t" r="r" b="b"/>
                <a:pathLst>
                  <a:path w="5236844" h="2183765">
                    <a:moveTo>
                      <a:pt x="5231701" y="2183387"/>
                    </a:moveTo>
                    <a:lnTo>
                      <a:pt x="5619" y="2183387"/>
                    </a:lnTo>
                    <a:lnTo>
                      <a:pt x="0" y="2177701"/>
                    </a:lnTo>
                    <a:lnTo>
                      <a:pt x="0" y="5715"/>
                    </a:lnTo>
                    <a:lnTo>
                      <a:pt x="5715" y="0"/>
                    </a:lnTo>
                    <a:lnTo>
                      <a:pt x="5231796" y="0"/>
                    </a:lnTo>
                    <a:lnTo>
                      <a:pt x="5236717" y="5004"/>
                    </a:lnTo>
                    <a:lnTo>
                      <a:pt x="5236717" y="12668"/>
                    </a:lnTo>
                    <a:lnTo>
                      <a:pt x="12668" y="12668"/>
                    </a:lnTo>
                    <a:lnTo>
                      <a:pt x="12668" y="25431"/>
                    </a:lnTo>
                    <a:lnTo>
                      <a:pt x="25431" y="25431"/>
                    </a:lnTo>
                    <a:lnTo>
                      <a:pt x="25431" y="2157984"/>
                    </a:lnTo>
                    <a:lnTo>
                      <a:pt x="12668" y="2157984"/>
                    </a:lnTo>
                    <a:lnTo>
                      <a:pt x="12668" y="2170652"/>
                    </a:lnTo>
                    <a:lnTo>
                      <a:pt x="5236717" y="2170652"/>
                    </a:lnTo>
                    <a:lnTo>
                      <a:pt x="5236717" y="2178396"/>
                    </a:lnTo>
                    <a:lnTo>
                      <a:pt x="5231701" y="2183387"/>
                    </a:lnTo>
                    <a:close/>
                  </a:path>
                  <a:path w="5236844" h="2183765">
                    <a:moveTo>
                      <a:pt x="25431" y="25431"/>
                    </a:moveTo>
                    <a:lnTo>
                      <a:pt x="12668" y="25431"/>
                    </a:lnTo>
                    <a:lnTo>
                      <a:pt x="12668" y="12668"/>
                    </a:lnTo>
                    <a:lnTo>
                      <a:pt x="25431" y="12668"/>
                    </a:lnTo>
                    <a:lnTo>
                      <a:pt x="25431" y="25431"/>
                    </a:lnTo>
                    <a:close/>
                  </a:path>
                  <a:path w="5236844" h="2183765">
                    <a:moveTo>
                      <a:pt x="5212080" y="25431"/>
                    </a:moveTo>
                    <a:lnTo>
                      <a:pt x="25431" y="25431"/>
                    </a:lnTo>
                    <a:lnTo>
                      <a:pt x="25431" y="12668"/>
                    </a:lnTo>
                    <a:lnTo>
                      <a:pt x="5212080" y="12668"/>
                    </a:lnTo>
                    <a:lnTo>
                      <a:pt x="5212080" y="25431"/>
                    </a:lnTo>
                    <a:close/>
                  </a:path>
                  <a:path w="5236844" h="2183765">
                    <a:moveTo>
                      <a:pt x="5224748" y="2170652"/>
                    </a:moveTo>
                    <a:lnTo>
                      <a:pt x="5212080" y="2170652"/>
                    </a:lnTo>
                    <a:lnTo>
                      <a:pt x="5212080" y="12668"/>
                    </a:lnTo>
                    <a:lnTo>
                      <a:pt x="5224748" y="12668"/>
                    </a:lnTo>
                    <a:lnTo>
                      <a:pt x="5224748" y="25431"/>
                    </a:lnTo>
                    <a:lnTo>
                      <a:pt x="5236717" y="25431"/>
                    </a:lnTo>
                    <a:lnTo>
                      <a:pt x="5236717" y="2157984"/>
                    </a:lnTo>
                    <a:lnTo>
                      <a:pt x="5224748" y="2157984"/>
                    </a:lnTo>
                    <a:lnTo>
                      <a:pt x="5224748" y="2170652"/>
                    </a:lnTo>
                    <a:close/>
                  </a:path>
                  <a:path w="5236844" h="2183765">
                    <a:moveTo>
                      <a:pt x="5236717" y="25431"/>
                    </a:moveTo>
                    <a:lnTo>
                      <a:pt x="5224748" y="25431"/>
                    </a:lnTo>
                    <a:lnTo>
                      <a:pt x="5224748" y="12668"/>
                    </a:lnTo>
                    <a:lnTo>
                      <a:pt x="5236717" y="12668"/>
                    </a:lnTo>
                    <a:lnTo>
                      <a:pt x="5236717" y="25431"/>
                    </a:lnTo>
                    <a:close/>
                  </a:path>
                  <a:path w="5236844" h="2183765">
                    <a:moveTo>
                      <a:pt x="25431" y="2170652"/>
                    </a:moveTo>
                    <a:lnTo>
                      <a:pt x="12668" y="2170652"/>
                    </a:lnTo>
                    <a:lnTo>
                      <a:pt x="12668" y="2157984"/>
                    </a:lnTo>
                    <a:lnTo>
                      <a:pt x="25431" y="2157984"/>
                    </a:lnTo>
                    <a:lnTo>
                      <a:pt x="25431" y="2170652"/>
                    </a:lnTo>
                    <a:close/>
                  </a:path>
                  <a:path w="5236844" h="2183765">
                    <a:moveTo>
                      <a:pt x="5212080" y="2170652"/>
                    </a:moveTo>
                    <a:lnTo>
                      <a:pt x="25431" y="2170652"/>
                    </a:lnTo>
                    <a:lnTo>
                      <a:pt x="25431" y="2157984"/>
                    </a:lnTo>
                    <a:lnTo>
                      <a:pt x="5212080" y="2157984"/>
                    </a:lnTo>
                    <a:lnTo>
                      <a:pt x="5212080" y="2170652"/>
                    </a:lnTo>
                    <a:close/>
                  </a:path>
                  <a:path w="5236844" h="2183765">
                    <a:moveTo>
                      <a:pt x="5236717" y="2170652"/>
                    </a:moveTo>
                    <a:lnTo>
                      <a:pt x="5224748" y="2170652"/>
                    </a:lnTo>
                    <a:lnTo>
                      <a:pt x="5224748" y="2157984"/>
                    </a:lnTo>
                    <a:lnTo>
                      <a:pt x="5236717" y="2157984"/>
                    </a:lnTo>
                    <a:lnTo>
                      <a:pt x="5236717" y="2170652"/>
                    </a:lnTo>
                    <a:close/>
                  </a:path>
                </a:pathLst>
              </a:custGeom>
              <a:solidFill>
                <a:srgbClr val="DFDFDF"/>
              </a:solidFill>
            </p:spPr>
            <p:txBody>
              <a:bodyPr wrap="square" lIns="0" tIns="0" rIns="0" bIns="0" rtlCol="0"/>
              <a:lstStyle/>
              <a:p>
                <a:endParaRPr sz="24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9807956" y="5217680"/>
                <a:ext cx="5237480" cy="99060"/>
              </a:xfrm>
              <a:custGeom>
                <a:avLst/>
                <a:gdLst/>
                <a:ahLst/>
                <a:cxnLst/>
                <a:rect l="l" t="t" r="r" b="b"/>
                <a:pathLst>
                  <a:path w="5237480" h="99060">
                    <a:moveTo>
                      <a:pt x="5237416" y="5715"/>
                    </a:moveTo>
                    <a:lnTo>
                      <a:pt x="5231790" y="0"/>
                    </a:lnTo>
                    <a:lnTo>
                      <a:pt x="5715" y="0"/>
                    </a:lnTo>
                    <a:lnTo>
                      <a:pt x="0" y="5715"/>
                    </a:lnTo>
                    <a:lnTo>
                      <a:pt x="0" y="92862"/>
                    </a:lnTo>
                    <a:lnTo>
                      <a:pt x="5715" y="98552"/>
                    </a:lnTo>
                    <a:lnTo>
                      <a:pt x="5231600" y="98552"/>
                    </a:lnTo>
                    <a:lnTo>
                      <a:pt x="5237416" y="92862"/>
                    </a:lnTo>
                    <a:lnTo>
                      <a:pt x="5237416" y="85813"/>
                    </a:lnTo>
                    <a:lnTo>
                      <a:pt x="5237416" y="73152"/>
                    </a:lnTo>
                    <a:lnTo>
                      <a:pt x="5237416" y="25425"/>
                    </a:lnTo>
                    <a:lnTo>
                      <a:pt x="5237416" y="12661"/>
                    </a:lnTo>
                    <a:lnTo>
                      <a:pt x="5237416" y="5715"/>
                    </a:lnTo>
                    <a:close/>
                  </a:path>
                </a:pathLst>
              </a:custGeom>
              <a:solidFill>
                <a:srgbClr val="E65000"/>
              </a:solidFill>
            </p:spPr>
            <p:txBody>
              <a:bodyPr wrap="square" lIns="0" tIns="0" rIns="0" bIns="0" rtlCol="0"/>
              <a:lstStyle/>
              <a:p>
                <a:endParaRPr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" name="object 34"/>
            <p:cNvSpPr txBox="1"/>
            <p:nvPr/>
          </p:nvSpPr>
          <p:spPr>
            <a:xfrm>
              <a:off x="9990835" y="5473604"/>
              <a:ext cx="3549650" cy="86946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2400" b="1" spc="-8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Healthy</a:t>
              </a:r>
              <a:r>
                <a:rPr sz="2400" b="1" spc="-9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400" b="1" spc="-60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Juice</a:t>
              </a:r>
              <a:r>
                <a:rPr sz="2400" b="1" spc="-8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400" b="1" spc="-7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Under</a:t>
              </a:r>
              <a:r>
                <a:rPr sz="2400" b="1" spc="-8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400" b="1" spc="-25" dirty="0">
                  <a:solidFill>
                    <a:srgbClr val="2E7D3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₹99</a:t>
              </a:r>
              <a:endParaRPr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2700">
                <a:lnSpc>
                  <a:spcPct val="100000"/>
                </a:lnSpc>
                <a:spcBef>
                  <a:spcPts val="1360"/>
                </a:spcBef>
              </a:pP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FruitVita</a:t>
              </a:r>
              <a:r>
                <a:rPr sz="2000" spc="-12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r>
                <a:rPr sz="2000" spc="-114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Affordable</a:t>
              </a:r>
              <a:r>
                <a:rPr sz="2000" spc="-114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2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&amp;</a:t>
              </a:r>
              <a:r>
                <a:rPr sz="2000" spc="-114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E65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Organic</a:t>
              </a:r>
              <a:endParaRPr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5"/>
            <p:cNvSpPr txBox="1"/>
            <p:nvPr/>
          </p:nvSpPr>
          <p:spPr>
            <a:xfrm>
              <a:off x="9990835" y="6511829"/>
              <a:ext cx="4717415" cy="507365"/>
            </a:xfrm>
            <a:prstGeom prst="rect">
              <a:avLst/>
            </a:prstGeom>
          </p:spPr>
          <p:txBody>
            <a:bodyPr vert="horz" wrap="square" lIns="0" tIns="24765" rIns="0" bIns="0" rtlCol="0">
              <a:spAutoFit/>
            </a:bodyPr>
            <a:lstStyle/>
            <a:p>
              <a:pPr marL="12700" marR="5080">
                <a:lnSpc>
                  <a:spcPts val="1880"/>
                </a:lnSpc>
                <a:spcBef>
                  <a:spcPts val="195"/>
                </a:spcBef>
              </a:pPr>
              <a:r>
                <a:rPr sz="2000" spc="6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Premium</a:t>
              </a:r>
              <a:r>
                <a:rPr sz="2000" spc="-6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cold-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pressed</a:t>
              </a:r>
              <a:r>
                <a:rPr sz="2000" spc="-6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juice</a:t>
              </a:r>
              <a:r>
                <a:rPr sz="2000" spc="-5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without</a:t>
              </a:r>
              <a:r>
                <a:rPr sz="2000" spc="-6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2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 </a:t>
              </a:r>
              <a:r>
                <a:rPr sz="2000" spc="4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premium</a:t>
              </a:r>
              <a:r>
                <a:rPr sz="2000" spc="-7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4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price.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Available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quick</a:t>
              </a:r>
              <a:r>
                <a:rPr sz="2000" spc="-7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20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commerce.</a:t>
              </a:r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BE3FAAD-E2A7-B829-E4CD-0FA3A656B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419100"/>
            <a:ext cx="4572000" cy="36996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18C4259-B0C1-06CF-90B7-54440F4688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5457044"/>
            <a:ext cx="4541520" cy="37009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83117A8-89E8-F6B3-56A4-B6E64A08ED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85900"/>
            <a:ext cx="4800600" cy="64501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DC7750-4210-B6A0-2A8F-EB1193D9BC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723900"/>
            <a:ext cx="4800600" cy="47331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86B4367-EE90-0A81-5AEB-416CBFB7F0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0756" y="6602545"/>
            <a:ext cx="4791364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430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25" y="-26"/>
            <a:ext cx="6280150" cy="10287635"/>
          </a:xfrm>
          <a:custGeom>
            <a:avLst/>
            <a:gdLst/>
            <a:ahLst/>
            <a:cxnLst/>
            <a:rect l="l" t="t" r="r" b="b"/>
            <a:pathLst>
              <a:path w="6998970" h="10287635">
                <a:moveTo>
                  <a:pt x="6998741" y="12738"/>
                </a:moveTo>
                <a:lnTo>
                  <a:pt x="6986003" y="12738"/>
                </a:lnTo>
                <a:lnTo>
                  <a:pt x="6986003" y="38"/>
                </a:lnTo>
                <a:lnTo>
                  <a:pt x="6973341" y="38"/>
                </a:lnTo>
                <a:lnTo>
                  <a:pt x="12750" y="0"/>
                </a:lnTo>
                <a:lnTo>
                  <a:pt x="0" y="0"/>
                </a:lnTo>
                <a:lnTo>
                  <a:pt x="25" y="10287000"/>
                </a:lnTo>
                <a:lnTo>
                  <a:pt x="12750" y="10287000"/>
                </a:lnTo>
                <a:lnTo>
                  <a:pt x="6973341" y="10287000"/>
                </a:lnTo>
                <a:lnTo>
                  <a:pt x="6986003" y="10287038"/>
                </a:lnTo>
                <a:lnTo>
                  <a:pt x="6986003" y="10274338"/>
                </a:lnTo>
                <a:lnTo>
                  <a:pt x="6998741" y="10274338"/>
                </a:lnTo>
                <a:lnTo>
                  <a:pt x="6998741" y="12738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</a:t>
            </a:r>
            <a:r>
              <a:rPr sz="3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sz="3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2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16487" y="1204122"/>
            <a:ext cx="5577837" cy="6050755"/>
            <a:chOff x="316487" y="1176022"/>
            <a:chExt cx="6408420" cy="6078855"/>
          </a:xfrm>
        </p:grpSpPr>
        <p:sp>
          <p:nvSpPr>
            <p:cNvPr id="7" name="object 7"/>
            <p:cNvSpPr/>
            <p:nvPr/>
          </p:nvSpPr>
          <p:spPr>
            <a:xfrm>
              <a:off x="316484" y="1176032"/>
              <a:ext cx="6353175" cy="99060"/>
            </a:xfrm>
            <a:custGeom>
              <a:avLst/>
              <a:gdLst/>
              <a:ahLst/>
              <a:cxnLst/>
              <a:rect l="l" t="t" r="r" b="b"/>
              <a:pathLst>
                <a:path w="6353175" h="99059">
                  <a:moveTo>
                    <a:pt x="6352984" y="12661"/>
                  </a:moveTo>
                  <a:lnTo>
                    <a:pt x="6352959" y="5715"/>
                  </a:lnTo>
                  <a:lnTo>
                    <a:pt x="6347358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92862"/>
                  </a:lnTo>
                  <a:lnTo>
                    <a:pt x="5715" y="98552"/>
                  </a:lnTo>
                  <a:lnTo>
                    <a:pt x="6347168" y="98552"/>
                  </a:lnTo>
                  <a:lnTo>
                    <a:pt x="6352959" y="92862"/>
                  </a:lnTo>
                  <a:lnTo>
                    <a:pt x="6352959" y="85813"/>
                  </a:lnTo>
                  <a:lnTo>
                    <a:pt x="6352984" y="73152"/>
                  </a:lnTo>
                  <a:lnTo>
                    <a:pt x="6352959" y="25425"/>
                  </a:lnTo>
                  <a:lnTo>
                    <a:pt x="6352984" y="12661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65731" y="6126451"/>
              <a:ext cx="6346190" cy="73660"/>
            </a:xfrm>
            <a:custGeom>
              <a:avLst/>
              <a:gdLst/>
              <a:ahLst/>
              <a:cxnLst/>
              <a:rect l="l" t="t" r="r" b="b"/>
              <a:pathLst>
                <a:path w="6346190" h="73660">
                  <a:moveTo>
                    <a:pt x="6345935" y="73151"/>
                  </a:moveTo>
                  <a:lnTo>
                    <a:pt x="0" y="73151"/>
                  </a:lnTo>
                  <a:lnTo>
                    <a:pt x="0" y="0"/>
                  </a:lnTo>
                  <a:lnTo>
                    <a:pt x="6345935" y="0"/>
                  </a:lnTo>
                  <a:lnTo>
                    <a:pt x="6345935" y="73151"/>
                  </a:lnTo>
                  <a:close/>
                </a:path>
              </a:pathLst>
            </a:custGeom>
            <a:solidFill>
              <a:srgbClr val="E6500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53063" y="6113782"/>
              <a:ext cx="6371590" cy="99060"/>
            </a:xfrm>
            <a:custGeom>
              <a:avLst/>
              <a:gdLst/>
              <a:ahLst/>
              <a:cxnLst/>
              <a:rect l="l" t="t" r="r" b="b"/>
              <a:pathLst>
                <a:path w="6371590" h="99060">
                  <a:moveTo>
                    <a:pt x="6365460" y="98555"/>
                  </a:moveTo>
                  <a:lnTo>
                    <a:pt x="5715" y="98555"/>
                  </a:lnTo>
                  <a:lnTo>
                    <a:pt x="0" y="92868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6365653" y="0"/>
                  </a:lnTo>
                  <a:lnTo>
                    <a:pt x="6371272" y="5715"/>
                  </a:lnTo>
                  <a:lnTo>
                    <a:pt x="6371272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73152"/>
                  </a:lnTo>
                  <a:lnTo>
                    <a:pt x="12668" y="73152"/>
                  </a:lnTo>
                  <a:lnTo>
                    <a:pt x="12668" y="85820"/>
                  </a:lnTo>
                  <a:lnTo>
                    <a:pt x="6371272" y="85820"/>
                  </a:lnTo>
                  <a:lnTo>
                    <a:pt x="6371272" y="92868"/>
                  </a:lnTo>
                  <a:lnTo>
                    <a:pt x="6365460" y="98555"/>
                  </a:lnTo>
                  <a:close/>
                </a:path>
                <a:path w="6371590" h="99060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6371590" h="99060">
                  <a:moveTo>
                    <a:pt x="6345936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6345936" y="12668"/>
                  </a:lnTo>
                  <a:lnTo>
                    <a:pt x="6345936" y="25431"/>
                  </a:lnTo>
                  <a:close/>
                </a:path>
                <a:path w="6371590" h="99060">
                  <a:moveTo>
                    <a:pt x="6358604" y="85820"/>
                  </a:moveTo>
                  <a:lnTo>
                    <a:pt x="6345936" y="85820"/>
                  </a:lnTo>
                  <a:lnTo>
                    <a:pt x="6345936" y="12668"/>
                  </a:lnTo>
                  <a:lnTo>
                    <a:pt x="6358604" y="12668"/>
                  </a:lnTo>
                  <a:lnTo>
                    <a:pt x="6358604" y="25431"/>
                  </a:lnTo>
                  <a:lnTo>
                    <a:pt x="6371272" y="25431"/>
                  </a:lnTo>
                  <a:lnTo>
                    <a:pt x="6371272" y="73152"/>
                  </a:lnTo>
                  <a:lnTo>
                    <a:pt x="6358604" y="73152"/>
                  </a:lnTo>
                  <a:lnTo>
                    <a:pt x="6358604" y="85820"/>
                  </a:lnTo>
                  <a:close/>
                </a:path>
                <a:path w="6371590" h="99060">
                  <a:moveTo>
                    <a:pt x="6371272" y="25431"/>
                  </a:moveTo>
                  <a:lnTo>
                    <a:pt x="6358604" y="25431"/>
                  </a:lnTo>
                  <a:lnTo>
                    <a:pt x="6358604" y="12668"/>
                  </a:lnTo>
                  <a:lnTo>
                    <a:pt x="6371272" y="12668"/>
                  </a:lnTo>
                  <a:lnTo>
                    <a:pt x="6371272" y="25431"/>
                  </a:lnTo>
                  <a:close/>
                </a:path>
                <a:path w="6371590" h="99060">
                  <a:moveTo>
                    <a:pt x="25431" y="85820"/>
                  </a:moveTo>
                  <a:lnTo>
                    <a:pt x="12668" y="85820"/>
                  </a:lnTo>
                  <a:lnTo>
                    <a:pt x="12668" y="73152"/>
                  </a:lnTo>
                  <a:lnTo>
                    <a:pt x="25431" y="73152"/>
                  </a:lnTo>
                  <a:lnTo>
                    <a:pt x="25431" y="85820"/>
                  </a:lnTo>
                  <a:close/>
                </a:path>
                <a:path w="6371590" h="99060">
                  <a:moveTo>
                    <a:pt x="6345936" y="85820"/>
                  </a:moveTo>
                  <a:lnTo>
                    <a:pt x="25431" y="85820"/>
                  </a:lnTo>
                  <a:lnTo>
                    <a:pt x="25431" y="73152"/>
                  </a:lnTo>
                  <a:lnTo>
                    <a:pt x="6345936" y="73152"/>
                  </a:lnTo>
                  <a:lnTo>
                    <a:pt x="6345936" y="85820"/>
                  </a:lnTo>
                  <a:close/>
                </a:path>
                <a:path w="6371590" h="99060">
                  <a:moveTo>
                    <a:pt x="6371272" y="85820"/>
                  </a:moveTo>
                  <a:lnTo>
                    <a:pt x="6358604" y="85820"/>
                  </a:lnTo>
                  <a:lnTo>
                    <a:pt x="6358604" y="73152"/>
                  </a:lnTo>
                  <a:lnTo>
                    <a:pt x="6371272" y="73152"/>
                  </a:lnTo>
                  <a:lnTo>
                    <a:pt x="6371272" y="8582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89636" y="6388112"/>
              <a:ext cx="6280150" cy="866775"/>
            </a:xfrm>
            <a:custGeom>
              <a:avLst/>
              <a:gdLst/>
              <a:ahLst/>
              <a:cxnLst/>
              <a:rect l="l" t="t" r="r" b="b"/>
              <a:pathLst>
                <a:path w="6280150" h="866775">
                  <a:moveTo>
                    <a:pt x="6279832" y="5715"/>
                  </a:moveTo>
                  <a:lnTo>
                    <a:pt x="6274206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860958"/>
                  </a:lnTo>
                  <a:lnTo>
                    <a:pt x="5715" y="866648"/>
                  </a:lnTo>
                  <a:lnTo>
                    <a:pt x="6274016" y="866648"/>
                  </a:lnTo>
                  <a:lnTo>
                    <a:pt x="6279832" y="860958"/>
                  </a:lnTo>
                  <a:lnTo>
                    <a:pt x="6279832" y="853909"/>
                  </a:lnTo>
                  <a:lnTo>
                    <a:pt x="6279832" y="841248"/>
                  </a:lnTo>
                  <a:lnTo>
                    <a:pt x="6279832" y="25425"/>
                  </a:lnTo>
                  <a:lnTo>
                    <a:pt x="6279832" y="12661"/>
                  </a:lnTo>
                  <a:lnTo>
                    <a:pt x="6279832" y="5715"/>
                  </a:lnTo>
                  <a:close/>
                </a:path>
              </a:pathLst>
            </a:custGeom>
            <a:solidFill>
              <a:srgbClr val="1B5D2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089847" y="2110513"/>
            <a:ext cx="3126707" cy="764311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210185" marR="5080" indent="-198120">
              <a:lnSpc>
                <a:spcPts val="5700"/>
              </a:lnSpc>
              <a:spcBef>
                <a:spcPts val="259"/>
              </a:spcBef>
            </a:pPr>
            <a:r>
              <a:rPr sz="5400" b="1" spc="-1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 </a:t>
            </a:r>
            <a:r>
              <a:rPr sz="5400" b="1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89847" y="3187790"/>
            <a:ext cx="2755900" cy="1872307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algn="ctr">
              <a:spcBef>
                <a:spcPts val="200"/>
              </a:spcBef>
            </a:pP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sz="2400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targeting</a:t>
            </a:r>
            <a:r>
              <a:rPr sz="2400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health-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conscious</a:t>
            </a:r>
            <a:r>
              <a:rPr sz="2400" spc="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consumers 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2400" spc="-114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1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funnel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5388" y="6565931"/>
            <a:ext cx="11283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32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IG+FB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84196" y="6648512"/>
            <a:ext cx="1270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9636" y="7393952"/>
            <a:ext cx="5466192" cy="866775"/>
          </a:xfrm>
          <a:custGeom>
            <a:avLst/>
            <a:gdLst/>
            <a:ahLst/>
            <a:cxnLst/>
            <a:rect l="l" t="t" r="r" b="b"/>
            <a:pathLst>
              <a:path w="6280150" h="866775">
                <a:moveTo>
                  <a:pt x="6279832" y="5715"/>
                </a:moveTo>
                <a:lnTo>
                  <a:pt x="6274206" y="0"/>
                </a:lnTo>
                <a:lnTo>
                  <a:pt x="5715" y="0"/>
                </a:lnTo>
                <a:lnTo>
                  <a:pt x="0" y="5715"/>
                </a:lnTo>
                <a:lnTo>
                  <a:pt x="0" y="860958"/>
                </a:lnTo>
                <a:lnTo>
                  <a:pt x="5715" y="866648"/>
                </a:lnTo>
                <a:lnTo>
                  <a:pt x="6274016" y="866648"/>
                </a:lnTo>
                <a:lnTo>
                  <a:pt x="6279832" y="860958"/>
                </a:lnTo>
                <a:lnTo>
                  <a:pt x="6279832" y="853909"/>
                </a:lnTo>
                <a:lnTo>
                  <a:pt x="6279832" y="841248"/>
                </a:lnTo>
                <a:lnTo>
                  <a:pt x="6279832" y="25425"/>
                </a:lnTo>
                <a:lnTo>
                  <a:pt x="6279832" y="12661"/>
                </a:lnTo>
                <a:lnTo>
                  <a:pt x="6279832" y="5715"/>
                </a:lnTo>
                <a:close/>
              </a:path>
            </a:pathLst>
          </a:custGeom>
          <a:solidFill>
            <a:srgbClr val="1B5D20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99831" y="7571771"/>
            <a:ext cx="99949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48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18–35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84196" y="7654352"/>
            <a:ext cx="143002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</a:t>
            </a:r>
            <a:r>
              <a:rPr sz="2400" spc="-1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89636" y="8399792"/>
            <a:ext cx="5466192" cy="866775"/>
          </a:xfrm>
          <a:custGeom>
            <a:avLst/>
            <a:gdLst/>
            <a:ahLst/>
            <a:cxnLst/>
            <a:rect l="l" t="t" r="r" b="b"/>
            <a:pathLst>
              <a:path w="6280150" h="866775">
                <a:moveTo>
                  <a:pt x="6279832" y="5715"/>
                </a:moveTo>
                <a:lnTo>
                  <a:pt x="6274206" y="0"/>
                </a:lnTo>
                <a:lnTo>
                  <a:pt x="5715" y="0"/>
                </a:lnTo>
                <a:lnTo>
                  <a:pt x="0" y="5715"/>
                </a:lnTo>
                <a:lnTo>
                  <a:pt x="0" y="860958"/>
                </a:lnTo>
                <a:lnTo>
                  <a:pt x="5715" y="866648"/>
                </a:lnTo>
                <a:lnTo>
                  <a:pt x="6274016" y="866648"/>
                </a:lnTo>
                <a:lnTo>
                  <a:pt x="6279832" y="860958"/>
                </a:lnTo>
                <a:lnTo>
                  <a:pt x="6279832" y="853909"/>
                </a:lnTo>
                <a:lnTo>
                  <a:pt x="6279832" y="841248"/>
                </a:lnTo>
                <a:lnTo>
                  <a:pt x="6279832" y="25425"/>
                </a:lnTo>
                <a:lnTo>
                  <a:pt x="6279832" y="12661"/>
                </a:lnTo>
                <a:lnTo>
                  <a:pt x="6279832" y="5715"/>
                </a:lnTo>
                <a:close/>
              </a:path>
            </a:pathLst>
          </a:custGeom>
          <a:solidFill>
            <a:srgbClr val="1B5D20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10844" y="8577611"/>
            <a:ext cx="97726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1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₹500</a:t>
            </a:r>
            <a:endParaRPr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84196" y="8660193"/>
            <a:ext cx="16910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Daily</a:t>
            </a:r>
            <a:r>
              <a:rPr sz="2400" spc="-1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485382" y="389639"/>
            <a:ext cx="10720070" cy="3335654"/>
            <a:chOff x="7485382" y="389639"/>
            <a:chExt cx="10720070" cy="3335654"/>
          </a:xfrm>
        </p:grpSpPr>
        <p:sp>
          <p:nvSpPr>
            <p:cNvPr id="22" name="object 22"/>
            <p:cNvSpPr/>
            <p:nvPr/>
          </p:nvSpPr>
          <p:spPr>
            <a:xfrm>
              <a:off x="7521956" y="389648"/>
              <a:ext cx="135255" cy="666115"/>
            </a:xfrm>
            <a:custGeom>
              <a:avLst/>
              <a:gdLst/>
              <a:ahLst/>
              <a:cxnLst/>
              <a:rect l="l" t="t" r="r" b="b"/>
              <a:pathLst>
                <a:path w="135254" h="666115">
                  <a:moveTo>
                    <a:pt x="135128" y="5715"/>
                  </a:moveTo>
                  <a:lnTo>
                    <a:pt x="129438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659790"/>
                  </a:lnTo>
                  <a:lnTo>
                    <a:pt x="5715" y="665619"/>
                  </a:lnTo>
                  <a:lnTo>
                    <a:pt x="129247" y="665619"/>
                  </a:lnTo>
                  <a:lnTo>
                    <a:pt x="135128" y="659790"/>
                  </a:lnTo>
                  <a:lnTo>
                    <a:pt x="135128" y="652741"/>
                  </a:lnTo>
                  <a:lnTo>
                    <a:pt x="135064" y="640080"/>
                  </a:lnTo>
                  <a:lnTo>
                    <a:pt x="135128" y="25425"/>
                  </a:lnTo>
                  <a:lnTo>
                    <a:pt x="135064" y="12661"/>
                  </a:lnTo>
                  <a:lnTo>
                    <a:pt x="135128" y="5715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485382" y="1176023"/>
              <a:ext cx="10720070" cy="2549525"/>
            </a:xfrm>
            <a:custGeom>
              <a:avLst/>
              <a:gdLst/>
              <a:ahLst/>
              <a:cxnLst/>
              <a:rect l="l" t="t" r="r" b="b"/>
              <a:pathLst>
                <a:path w="10720069" h="2549525">
                  <a:moveTo>
                    <a:pt x="10718102" y="2549146"/>
                  </a:moveTo>
                  <a:lnTo>
                    <a:pt x="5619" y="2549146"/>
                  </a:lnTo>
                  <a:lnTo>
                    <a:pt x="0" y="2543460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10718197" y="0"/>
                  </a:lnTo>
                  <a:lnTo>
                    <a:pt x="10719733" y="1562"/>
                  </a:lnTo>
                  <a:lnTo>
                    <a:pt x="10719733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23744"/>
                  </a:lnTo>
                  <a:lnTo>
                    <a:pt x="12668" y="2523744"/>
                  </a:lnTo>
                  <a:lnTo>
                    <a:pt x="12668" y="2536411"/>
                  </a:lnTo>
                  <a:lnTo>
                    <a:pt x="10719733" y="2536411"/>
                  </a:lnTo>
                  <a:lnTo>
                    <a:pt x="10719733" y="2547523"/>
                  </a:lnTo>
                  <a:lnTo>
                    <a:pt x="10718102" y="2549146"/>
                  </a:lnTo>
                  <a:close/>
                </a:path>
                <a:path w="10720069" h="2549525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10720069" h="2549525">
                  <a:moveTo>
                    <a:pt x="10698479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10698479" y="12668"/>
                  </a:lnTo>
                  <a:lnTo>
                    <a:pt x="10698479" y="25431"/>
                  </a:lnTo>
                  <a:close/>
                </a:path>
                <a:path w="10720069" h="2549525">
                  <a:moveTo>
                    <a:pt x="10711148" y="2536411"/>
                  </a:moveTo>
                  <a:lnTo>
                    <a:pt x="10698479" y="2536411"/>
                  </a:lnTo>
                  <a:lnTo>
                    <a:pt x="10698479" y="12668"/>
                  </a:lnTo>
                  <a:lnTo>
                    <a:pt x="10711148" y="12668"/>
                  </a:lnTo>
                  <a:lnTo>
                    <a:pt x="10711148" y="25431"/>
                  </a:lnTo>
                  <a:lnTo>
                    <a:pt x="10719733" y="25431"/>
                  </a:lnTo>
                  <a:lnTo>
                    <a:pt x="10719733" y="2523744"/>
                  </a:lnTo>
                  <a:lnTo>
                    <a:pt x="10711148" y="2523744"/>
                  </a:lnTo>
                  <a:lnTo>
                    <a:pt x="10711148" y="2536411"/>
                  </a:lnTo>
                  <a:close/>
                </a:path>
                <a:path w="10720069" h="2549525">
                  <a:moveTo>
                    <a:pt x="10719733" y="25431"/>
                  </a:moveTo>
                  <a:lnTo>
                    <a:pt x="10711148" y="25431"/>
                  </a:lnTo>
                  <a:lnTo>
                    <a:pt x="10711148" y="12668"/>
                  </a:lnTo>
                  <a:lnTo>
                    <a:pt x="10719733" y="12668"/>
                  </a:lnTo>
                  <a:lnTo>
                    <a:pt x="10719733" y="25431"/>
                  </a:lnTo>
                  <a:close/>
                </a:path>
                <a:path w="10720069" h="2549525">
                  <a:moveTo>
                    <a:pt x="25431" y="2536411"/>
                  </a:moveTo>
                  <a:lnTo>
                    <a:pt x="12668" y="2536411"/>
                  </a:lnTo>
                  <a:lnTo>
                    <a:pt x="12668" y="2523744"/>
                  </a:lnTo>
                  <a:lnTo>
                    <a:pt x="25431" y="2523744"/>
                  </a:lnTo>
                  <a:lnTo>
                    <a:pt x="25431" y="2536411"/>
                  </a:lnTo>
                  <a:close/>
                </a:path>
                <a:path w="10720069" h="2549525">
                  <a:moveTo>
                    <a:pt x="10698479" y="2536411"/>
                  </a:moveTo>
                  <a:lnTo>
                    <a:pt x="25431" y="2536411"/>
                  </a:lnTo>
                  <a:lnTo>
                    <a:pt x="25431" y="2523744"/>
                  </a:lnTo>
                  <a:lnTo>
                    <a:pt x="10698479" y="2523744"/>
                  </a:lnTo>
                  <a:lnTo>
                    <a:pt x="10698479" y="2536411"/>
                  </a:lnTo>
                  <a:close/>
                </a:path>
                <a:path w="10720069" h="2549525">
                  <a:moveTo>
                    <a:pt x="10719733" y="2536411"/>
                  </a:moveTo>
                  <a:lnTo>
                    <a:pt x="10711148" y="2536411"/>
                  </a:lnTo>
                  <a:lnTo>
                    <a:pt x="10711148" y="2523744"/>
                  </a:lnTo>
                  <a:lnTo>
                    <a:pt x="10719733" y="2523744"/>
                  </a:lnTo>
                  <a:lnTo>
                    <a:pt x="10719733" y="2536411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7485380" y="1176032"/>
              <a:ext cx="1305560" cy="2549525"/>
            </a:xfrm>
            <a:custGeom>
              <a:avLst/>
              <a:gdLst/>
              <a:ahLst/>
              <a:cxnLst/>
              <a:rect l="l" t="t" r="r" b="b"/>
              <a:pathLst>
                <a:path w="1305559" h="2549525">
                  <a:moveTo>
                    <a:pt x="1305560" y="5715"/>
                  </a:moveTo>
                  <a:lnTo>
                    <a:pt x="129987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2543454"/>
                  </a:lnTo>
                  <a:lnTo>
                    <a:pt x="5613" y="2549080"/>
                  </a:lnTo>
                  <a:lnTo>
                    <a:pt x="1299781" y="2549080"/>
                  </a:lnTo>
                  <a:lnTo>
                    <a:pt x="1305560" y="2543454"/>
                  </a:lnTo>
                  <a:lnTo>
                    <a:pt x="1305560" y="2536406"/>
                  </a:lnTo>
                  <a:lnTo>
                    <a:pt x="1305496" y="2523744"/>
                  </a:lnTo>
                  <a:lnTo>
                    <a:pt x="1305560" y="25425"/>
                  </a:lnTo>
                  <a:lnTo>
                    <a:pt x="1305496" y="12661"/>
                  </a:lnTo>
                  <a:lnTo>
                    <a:pt x="1305560" y="571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7741411" y="519842"/>
            <a:ext cx="62308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spc="-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CAMPAIGN</a:t>
            </a:r>
            <a:r>
              <a:rPr lang="en-IN" sz="2400" b="1" spc="-1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r>
              <a:rPr lang="en-IN" sz="2400" b="1" spc="-1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lang="en-IN" sz="2400" b="1" spc="-10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FUNNEL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48495" y="2227008"/>
            <a:ext cx="97916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TOFU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84995" y="1462151"/>
            <a:ext cx="28435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8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sz="2800" b="1" spc="-114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8984996" y="2968256"/>
            <a:ext cx="2037080" cy="537845"/>
          </a:xfrm>
          <a:custGeom>
            <a:avLst/>
            <a:gdLst/>
            <a:ahLst/>
            <a:cxnLst/>
            <a:rect l="l" t="t" r="r" b="b"/>
            <a:pathLst>
              <a:path w="2037079" h="537845">
                <a:moveTo>
                  <a:pt x="2036495" y="5181"/>
                </a:moveTo>
                <a:lnTo>
                  <a:pt x="2031390" y="0"/>
                </a:lnTo>
                <a:lnTo>
                  <a:pt x="5715" y="0"/>
                </a:lnTo>
                <a:lnTo>
                  <a:pt x="0" y="5715"/>
                </a:lnTo>
                <a:lnTo>
                  <a:pt x="0" y="531774"/>
                </a:lnTo>
                <a:lnTo>
                  <a:pt x="5715" y="537464"/>
                </a:lnTo>
                <a:lnTo>
                  <a:pt x="2031199" y="537464"/>
                </a:lnTo>
                <a:lnTo>
                  <a:pt x="2036495" y="532282"/>
                </a:lnTo>
                <a:lnTo>
                  <a:pt x="2036495" y="524725"/>
                </a:lnTo>
                <a:lnTo>
                  <a:pt x="2036495" y="512064"/>
                </a:lnTo>
                <a:lnTo>
                  <a:pt x="2036495" y="25425"/>
                </a:lnTo>
                <a:lnTo>
                  <a:pt x="2036495" y="12661"/>
                </a:lnTo>
                <a:lnTo>
                  <a:pt x="2036495" y="5181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84995" y="2037842"/>
            <a:ext cx="5720715" cy="151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sz="2000"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sz="2000"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Reels</a:t>
            </a:r>
            <a:r>
              <a:rPr sz="2000"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FB</a:t>
            </a:r>
            <a:r>
              <a:rPr sz="2000"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Stories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2000"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Targeting:</a:t>
            </a:r>
            <a:r>
              <a:rPr sz="2000" spc="-1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sz="2000"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000"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wellness</a:t>
            </a:r>
            <a:r>
              <a:rPr sz="2000"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interest,</a:t>
            </a:r>
            <a:r>
              <a:rPr sz="2000"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18–35,</a:t>
            </a:r>
            <a:r>
              <a:rPr sz="2000"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urban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67690">
              <a:lnSpc>
                <a:spcPts val="2035"/>
              </a:lnSpc>
              <a:spcBef>
                <a:spcPts val="1295"/>
              </a:spcBef>
            </a:pPr>
            <a:r>
              <a:rPr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Budget: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81965">
              <a:lnSpc>
                <a:spcPts val="2030"/>
              </a:lnSpc>
            </a:pPr>
            <a:r>
              <a:rPr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₹200/day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485382" y="4010663"/>
            <a:ext cx="10720070" cy="2549525"/>
            <a:chOff x="7485382" y="4010663"/>
            <a:chExt cx="10720070" cy="2549525"/>
          </a:xfrm>
        </p:grpSpPr>
        <p:sp>
          <p:nvSpPr>
            <p:cNvPr id="31" name="object 31"/>
            <p:cNvSpPr/>
            <p:nvPr/>
          </p:nvSpPr>
          <p:spPr>
            <a:xfrm>
              <a:off x="7485382" y="4010663"/>
              <a:ext cx="10720070" cy="2549525"/>
            </a:xfrm>
            <a:custGeom>
              <a:avLst/>
              <a:gdLst/>
              <a:ahLst/>
              <a:cxnLst/>
              <a:rect l="l" t="t" r="r" b="b"/>
              <a:pathLst>
                <a:path w="10720069" h="2549525">
                  <a:moveTo>
                    <a:pt x="10718102" y="2549146"/>
                  </a:moveTo>
                  <a:lnTo>
                    <a:pt x="5619" y="2549146"/>
                  </a:lnTo>
                  <a:lnTo>
                    <a:pt x="0" y="2543460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10718197" y="0"/>
                  </a:lnTo>
                  <a:lnTo>
                    <a:pt x="10719733" y="1562"/>
                  </a:lnTo>
                  <a:lnTo>
                    <a:pt x="10719733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23744"/>
                  </a:lnTo>
                  <a:lnTo>
                    <a:pt x="12668" y="2523744"/>
                  </a:lnTo>
                  <a:lnTo>
                    <a:pt x="12668" y="2536412"/>
                  </a:lnTo>
                  <a:lnTo>
                    <a:pt x="10719733" y="2536412"/>
                  </a:lnTo>
                  <a:lnTo>
                    <a:pt x="10719733" y="2547523"/>
                  </a:lnTo>
                  <a:lnTo>
                    <a:pt x="10718102" y="2549146"/>
                  </a:lnTo>
                  <a:close/>
                </a:path>
                <a:path w="10720069" h="2549525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10720069" h="2549525">
                  <a:moveTo>
                    <a:pt x="10698479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10698479" y="12668"/>
                  </a:lnTo>
                  <a:lnTo>
                    <a:pt x="10698479" y="25431"/>
                  </a:lnTo>
                  <a:close/>
                </a:path>
                <a:path w="10720069" h="2549525">
                  <a:moveTo>
                    <a:pt x="10711148" y="2536412"/>
                  </a:moveTo>
                  <a:lnTo>
                    <a:pt x="10698479" y="2536412"/>
                  </a:lnTo>
                  <a:lnTo>
                    <a:pt x="10698479" y="12668"/>
                  </a:lnTo>
                  <a:lnTo>
                    <a:pt x="10711148" y="12668"/>
                  </a:lnTo>
                  <a:lnTo>
                    <a:pt x="10711148" y="25431"/>
                  </a:lnTo>
                  <a:lnTo>
                    <a:pt x="10719733" y="25431"/>
                  </a:lnTo>
                  <a:lnTo>
                    <a:pt x="10719733" y="2523744"/>
                  </a:lnTo>
                  <a:lnTo>
                    <a:pt x="10711148" y="2523744"/>
                  </a:lnTo>
                  <a:lnTo>
                    <a:pt x="10711148" y="2536412"/>
                  </a:lnTo>
                  <a:close/>
                </a:path>
                <a:path w="10720069" h="2549525">
                  <a:moveTo>
                    <a:pt x="10719733" y="25431"/>
                  </a:moveTo>
                  <a:lnTo>
                    <a:pt x="10711148" y="25431"/>
                  </a:lnTo>
                  <a:lnTo>
                    <a:pt x="10711148" y="12668"/>
                  </a:lnTo>
                  <a:lnTo>
                    <a:pt x="10719733" y="12668"/>
                  </a:lnTo>
                  <a:lnTo>
                    <a:pt x="10719733" y="25431"/>
                  </a:lnTo>
                  <a:close/>
                </a:path>
                <a:path w="10720069" h="2549525">
                  <a:moveTo>
                    <a:pt x="25431" y="2536412"/>
                  </a:moveTo>
                  <a:lnTo>
                    <a:pt x="12668" y="2536412"/>
                  </a:lnTo>
                  <a:lnTo>
                    <a:pt x="12668" y="2523744"/>
                  </a:lnTo>
                  <a:lnTo>
                    <a:pt x="25431" y="2523744"/>
                  </a:lnTo>
                  <a:lnTo>
                    <a:pt x="25431" y="2536412"/>
                  </a:lnTo>
                  <a:close/>
                </a:path>
                <a:path w="10720069" h="2549525">
                  <a:moveTo>
                    <a:pt x="10698479" y="2536412"/>
                  </a:moveTo>
                  <a:lnTo>
                    <a:pt x="25431" y="2536412"/>
                  </a:lnTo>
                  <a:lnTo>
                    <a:pt x="25431" y="2523744"/>
                  </a:lnTo>
                  <a:lnTo>
                    <a:pt x="10698479" y="2523744"/>
                  </a:lnTo>
                  <a:lnTo>
                    <a:pt x="10698479" y="2536412"/>
                  </a:lnTo>
                  <a:close/>
                </a:path>
                <a:path w="10720069" h="2549525">
                  <a:moveTo>
                    <a:pt x="10719733" y="2536412"/>
                  </a:moveTo>
                  <a:lnTo>
                    <a:pt x="10711148" y="2536412"/>
                  </a:lnTo>
                  <a:lnTo>
                    <a:pt x="10711148" y="2523744"/>
                  </a:lnTo>
                  <a:lnTo>
                    <a:pt x="10719733" y="2523744"/>
                  </a:lnTo>
                  <a:lnTo>
                    <a:pt x="10719733" y="2536412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7485380" y="4010672"/>
              <a:ext cx="1305560" cy="2549525"/>
            </a:xfrm>
            <a:custGeom>
              <a:avLst/>
              <a:gdLst/>
              <a:ahLst/>
              <a:cxnLst/>
              <a:rect l="l" t="t" r="r" b="b"/>
              <a:pathLst>
                <a:path w="1305559" h="2549525">
                  <a:moveTo>
                    <a:pt x="1305560" y="5715"/>
                  </a:moveTo>
                  <a:lnTo>
                    <a:pt x="129987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2543454"/>
                  </a:lnTo>
                  <a:lnTo>
                    <a:pt x="5613" y="2549080"/>
                  </a:lnTo>
                  <a:lnTo>
                    <a:pt x="1299781" y="2549080"/>
                  </a:lnTo>
                  <a:lnTo>
                    <a:pt x="1305560" y="2543454"/>
                  </a:lnTo>
                  <a:lnTo>
                    <a:pt x="1305560" y="2536406"/>
                  </a:lnTo>
                  <a:lnTo>
                    <a:pt x="1305496" y="2523744"/>
                  </a:lnTo>
                  <a:lnTo>
                    <a:pt x="1305560" y="25425"/>
                  </a:lnTo>
                  <a:lnTo>
                    <a:pt x="1305496" y="12661"/>
                  </a:lnTo>
                  <a:lnTo>
                    <a:pt x="1305560" y="5715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7592833" y="5061648"/>
            <a:ext cx="10909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MOFU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84995" y="4296790"/>
            <a:ext cx="351345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Engagement</a:t>
            </a:r>
            <a:r>
              <a:rPr sz="28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33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8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8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984995" y="4872481"/>
            <a:ext cx="5425440" cy="833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sz="2000" spc="-13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sz="2000" spc="-13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Carousels</a:t>
            </a:r>
            <a:r>
              <a:rPr sz="2000" spc="-13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-13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FB</a:t>
            </a:r>
            <a:r>
              <a:rPr sz="2000" spc="-13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2000"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Targeting:</a:t>
            </a:r>
            <a:r>
              <a:rPr sz="2000" spc="-6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</a:t>
            </a:r>
            <a:r>
              <a:rPr sz="2000" spc="-6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visitors,</a:t>
            </a:r>
            <a:r>
              <a:rPr sz="2000" spc="-6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lookalike</a:t>
            </a:r>
            <a:r>
              <a:rPr sz="2000" spc="-6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audiences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8984996" y="5802896"/>
            <a:ext cx="2037080" cy="537845"/>
          </a:xfrm>
          <a:custGeom>
            <a:avLst/>
            <a:gdLst/>
            <a:ahLst/>
            <a:cxnLst/>
            <a:rect l="l" t="t" r="r" b="b"/>
            <a:pathLst>
              <a:path w="2037079" h="537845">
                <a:moveTo>
                  <a:pt x="2036495" y="5181"/>
                </a:moveTo>
                <a:lnTo>
                  <a:pt x="2031390" y="0"/>
                </a:lnTo>
                <a:lnTo>
                  <a:pt x="5715" y="0"/>
                </a:lnTo>
                <a:lnTo>
                  <a:pt x="0" y="5715"/>
                </a:lnTo>
                <a:lnTo>
                  <a:pt x="0" y="531774"/>
                </a:lnTo>
                <a:lnTo>
                  <a:pt x="5715" y="537464"/>
                </a:lnTo>
                <a:lnTo>
                  <a:pt x="2031199" y="537464"/>
                </a:lnTo>
                <a:lnTo>
                  <a:pt x="2036495" y="532282"/>
                </a:lnTo>
                <a:lnTo>
                  <a:pt x="2036495" y="524725"/>
                </a:lnTo>
                <a:lnTo>
                  <a:pt x="2036495" y="512064"/>
                </a:lnTo>
                <a:lnTo>
                  <a:pt x="2036495" y="25425"/>
                </a:lnTo>
                <a:lnTo>
                  <a:pt x="2036495" y="12661"/>
                </a:lnTo>
                <a:lnTo>
                  <a:pt x="2036495" y="5181"/>
                </a:lnTo>
                <a:close/>
              </a:path>
            </a:pathLst>
          </a:custGeom>
          <a:solidFill>
            <a:srgbClr val="1565BF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997050" y="5910897"/>
            <a:ext cx="20129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Budget:</a:t>
            </a:r>
            <a:r>
              <a:rPr b="1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₹180</a:t>
            </a:r>
            <a:r>
              <a:rPr lang="en-US" b="1" spc="-1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/day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485382" y="6845303"/>
            <a:ext cx="10720070" cy="2549525"/>
            <a:chOff x="7485382" y="6845303"/>
            <a:chExt cx="10720070" cy="2549525"/>
          </a:xfrm>
        </p:grpSpPr>
        <p:sp>
          <p:nvSpPr>
            <p:cNvPr id="39" name="object 39"/>
            <p:cNvSpPr/>
            <p:nvPr/>
          </p:nvSpPr>
          <p:spPr>
            <a:xfrm>
              <a:off x="7485382" y="6845303"/>
              <a:ext cx="10720070" cy="2549525"/>
            </a:xfrm>
            <a:custGeom>
              <a:avLst/>
              <a:gdLst/>
              <a:ahLst/>
              <a:cxnLst/>
              <a:rect l="l" t="t" r="r" b="b"/>
              <a:pathLst>
                <a:path w="10720069" h="2549525">
                  <a:moveTo>
                    <a:pt x="10718102" y="2549146"/>
                  </a:moveTo>
                  <a:lnTo>
                    <a:pt x="5619" y="2549146"/>
                  </a:lnTo>
                  <a:lnTo>
                    <a:pt x="0" y="2543460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10718197" y="0"/>
                  </a:lnTo>
                  <a:lnTo>
                    <a:pt x="10719733" y="1562"/>
                  </a:lnTo>
                  <a:lnTo>
                    <a:pt x="10719733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23743"/>
                  </a:lnTo>
                  <a:lnTo>
                    <a:pt x="12668" y="2523743"/>
                  </a:lnTo>
                  <a:lnTo>
                    <a:pt x="12668" y="2536412"/>
                  </a:lnTo>
                  <a:lnTo>
                    <a:pt x="10719733" y="2536412"/>
                  </a:lnTo>
                  <a:lnTo>
                    <a:pt x="10719733" y="2547524"/>
                  </a:lnTo>
                  <a:lnTo>
                    <a:pt x="10718102" y="2549146"/>
                  </a:lnTo>
                  <a:close/>
                </a:path>
                <a:path w="10720069" h="2549525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10720069" h="2549525">
                  <a:moveTo>
                    <a:pt x="10698479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10698479" y="12668"/>
                  </a:lnTo>
                  <a:lnTo>
                    <a:pt x="10698479" y="25431"/>
                  </a:lnTo>
                  <a:close/>
                </a:path>
                <a:path w="10720069" h="2549525">
                  <a:moveTo>
                    <a:pt x="10711148" y="2536412"/>
                  </a:moveTo>
                  <a:lnTo>
                    <a:pt x="10698479" y="2536412"/>
                  </a:lnTo>
                  <a:lnTo>
                    <a:pt x="10698479" y="12668"/>
                  </a:lnTo>
                  <a:lnTo>
                    <a:pt x="10711148" y="12668"/>
                  </a:lnTo>
                  <a:lnTo>
                    <a:pt x="10711148" y="25431"/>
                  </a:lnTo>
                  <a:lnTo>
                    <a:pt x="10719733" y="25431"/>
                  </a:lnTo>
                  <a:lnTo>
                    <a:pt x="10719733" y="2523743"/>
                  </a:lnTo>
                  <a:lnTo>
                    <a:pt x="10711148" y="2523743"/>
                  </a:lnTo>
                  <a:lnTo>
                    <a:pt x="10711148" y="2536412"/>
                  </a:lnTo>
                  <a:close/>
                </a:path>
                <a:path w="10720069" h="2549525">
                  <a:moveTo>
                    <a:pt x="10719733" y="25431"/>
                  </a:moveTo>
                  <a:lnTo>
                    <a:pt x="10711148" y="25431"/>
                  </a:lnTo>
                  <a:lnTo>
                    <a:pt x="10711148" y="12668"/>
                  </a:lnTo>
                  <a:lnTo>
                    <a:pt x="10719733" y="12668"/>
                  </a:lnTo>
                  <a:lnTo>
                    <a:pt x="10719733" y="25431"/>
                  </a:lnTo>
                  <a:close/>
                </a:path>
                <a:path w="10720069" h="2549525">
                  <a:moveTo>
                    <a:pt x="25431" y="2536412"/>
                  </a:moveTo>
                  <a:lnTo>
                    <a:pt x="12668" y="2536412"/>
                  </a:lnTo>
                  <a:lnTo>
                    <a:pt x="12668" y="2523743"/>
                  </a:lnTo>
                  <a:lnTo>
                    <a:pt x="25431" y="2523743"/>
                  </a:lnTo>
                  <a:lnTo>
                    <a:pt x="25431" y="2536412"/>
                  </a:lnTo>
                  <a:close/>
                </a:path>
                <a:path w="10720069" h="2549525">
                  <a:moveTo>
                    <a:pt x="10698479" y="2536412"/>
                  </a:moveTo>
                  <a:lnTo>
                    <a:pt x="25431" y="2536412"/>
                  </a:lnTo>
                  <a:lnTo>
                    <a:pt x="25431" y="2523743"/>
                  </a:lnTo>
                  <a:lnTo>
                    <a:pt x="10698479" y="2523743"/>
                  </a:lnTo>
                  <a:lnTo>
                    <a:pt x="10698479" y="2536412"/>
                  </a:lnTo>
                  <a:close/>
                </a:path>
                <a:path w="10720069" h="2549525">
                  <a:moveTo>
                    <a:pt x="10719733" y="2536412"/>
                  </a:moveTo>
                  <a:lnTo>
                    <a:pt x="10711148" y="2536412"/>
                  </a:lnTo>
                  <a:lnTo>
                    <a:pt x="10711148" y="2523743"/>
                  </a:lnTo>
                  <a:lnTo>
                    <a:pt x="10719733" y="2523743"/>
                  </a:lnTo>
                  <a:lnTo>
                    <a:pt x="10719733" y="2536412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7485380" y="6845312"/>
              <a:ext cx="1305560" cy="2549525"/>
            </a:xfrm>
            <a:custGeom>
              <a:avLst/>
              <a:gdLst/>
              <a:ahLst/>
              <a:cxnLst/>
              <a:rect l="l" t="t" r="r" b="b"/>
              <a:pathLst>
                <a:path w="1305559" h="2549525">
                  <a:moveTo>
                    <a:pt x="1305560" y="5715"/>
                  </a:moveTo>
                  <a:lnTo>
                    <a:pt x="129987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2543454"/>
                  </a:lnTo>
                  <a:lnTo>
                    <a:pt x="5613" y="2549080"/>
                  </a:lnTo>
                  <a:lnTo>
                    <a:pt x="1299781" y="2549080"/>
                  </a:lnTo>
                  <a:lnTo>
                    <a:pt x="1305560" y="2543454"/>
                  </a:lnTo>
                  <a:lnTo>
                    <a:pt x="1305560" y="2536406"/>
                  </a:lnTo>
                  <a:lnTo>
                    <a:pt x="1305496" y="2523744"/>
                  </a:lnTo>
                  <a:lnTo>
                    <a:pt x="1305560" y="25425"/>
                  </a:lnTo>
                  <a:lnTo>
                    <a:pt x="1305496" y="12661"/>
                  </a:lnTo>
                  <a:lnTo>
                    <a:pt x="1305560" y="5715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624236" y="7896287"/>
            <a:ext cx="10280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BOFU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984995" y="7131430"/>
            <a:ext cx="199136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Conversions</a:t>
            </a:r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8984995" y="7707121"/>
            <a:ext cx="5701665" cy="833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Platform:</a:t>
            </a:r>
            <a:r>
              <a:rPr sz="2000" spc="-7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sz="2000" spc="-7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Shopping</a:t>
            </a:r>
            <a:r>
              <a:rPr sz="2000" spc="-7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000" spc="-7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1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FB</a:t>
            </a:r>
            <a:r>
              <a:rPr sz="2000" spc="-7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Retargeting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585"/>
              </a:spcBef>
            </a:pPr>
            <a:r>
              <a:rPr sz="2000"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Targeting:</a:t>
            </a:r>
            <a:r>
              <a:rPr sz="2000"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  <a:r>
              <a:rPr sz="2000"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abandoners,</a:t>
            </a:r>
            <a:r>
              <a:rPr sz="2000" spc="-9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2000"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sz="2000"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visitors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8984996" y="8637536"/>
            <a:ext cx="2037080" cy="537845"/>
          </a:xfrm>
          <a:custGeom>
            <a:avLst/>
            <a:gdLst/>
            <a:ahLst/>
            <a:cxnLst/>
            <a:rect l="l" t="t" r="r" b="b"/>
            <a:pathLst>
              <a:path w="2037079" h="537845">
                <a:moveTo>
                  <a:pt x="2036495" y="5181"/>
                </a:moveTo>
                <a:lnTo>
                  <a:pt x="2031390" y="0"/>
                </a:lnTo>
                <a:lnTo>
                  <a:pt x="5715" y="0"/>
                </a:lnTo>
                <a:lnTo>
                  <a:pt x="0" y="5715"/>
                </a:lnTo>
                <a:lnTo>
                  <a:pt x="0" y="531774"/>
                </a:lnTo>
                <a:lnTo>
                  <a:pt x="5715" y="537464"/>
                </a:lnTo>
                <a:lnTo>
                  <a:pt x="2031199" y="537464"/>
                </a:lnTo>
                <a:lnTo>
                  <a:pt x="2036495" y="532282"/>
                </a:lnTo>
                <a:lnTo>
                  <a:pt x="2036495" y="524725"/>
                </a:lnTo>
                <a:lnTo>
                  <a:pt x="2036495" y="512064"/>
                </a:lnTo>
                <a:lnTo>
                  <a:pt x="2036495" y="25425"/>
                </a:lnTo>
                <a:lnTo>
                  <a:pt x="2036495" y="12661"/>
                </a:lnTo>
                <a:lnTo>
                  <a:pt x="2036495" y="5181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004641" y="8745537"/>
            <a:ext cx="19977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Budget:</a:t>
            </a:r>
            <a:r>
              <a:rPr b="1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spc="-1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₹120/day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25" y="-26"/>
            <a:ext cx="5264521" cy="10287635"/>
          </a:xfrm>
          <a:custGeom>
            <a:avLst/>
            <a:gdLst/>
            <a:ahLst/>
            <a:cxnLst/>
            <a:rect l="l" t="t" r="r" b="b"/>
            <a:pathLst>
              <a:path w="6998970" h="10287635">
                <a:moveTo>
                  <a:pt x="6998741" y="12738"/>
                </a:moveTo>
                <a:lnTo>
                  <a:pt x="6986003" y="12738"/>
                </a:lnTo>
                <a:lnTo>
                  <a:pt x="6986003" y="38"/>
                </a:lnTo>
                <a:lnTo>
                  <a:pt x="6973341" y="38"/>
                </a:lnTo>
                <a:lnTo>
                  <a:pt x="12750" y="0"/>
                </a:lnTo>
                <a:lnTo>
                  <a:pt x="0" y="0"/>
                </a:lnTo>
                <a:lnTo>
                  <a:pt x="25" y="10287000"/>
                </a:lnTo>
                <a:lnTo>
                  <a:pt x="12750" y="10287000"/>
                </a:lnTo>
                <a:lnTo>
                  <a:pt x="6973341" y="10287000"/>
                </a:lnTo>
                <a:lnTo>
                  <a:pt x="6986003" y="10287038"/>
                </a:lnTo>
                <a:lnTo>
                  <a:pt x="6986003" y="10274338"/>
                </a:lnTo>
                <a:lnTo>
                  <a:pt x="6998741" y="10274338"/>
                </a:lnTo>
                <a:lnTo>
                  <a:pt x="6998741" y="12738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6485" y="484790"/>
            <a:ext cx="4712716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</a:t>
            </a:r>
            <a:r>
              <a:rPr sz="3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sz="3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3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r>
              <a:rPr sz="3200" spc="-1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sz="3200"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COPIES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16487" y="1676554"/>
            <a:ext cx="4395727" cy="4554067"/>
            <a:chOff x="316487" y="1176022"/>
            <a:chExt cx="6353175" cy="5054600"/>
          </a:xfrm>
        </p:grpSpPr>
        <p:sp>
          <p:nvSpPr>
            <p:cNvPr id="7" name="object 7"/>
            <p:cNvSpPr/>
            <p:nvPr/>
          </p:nvSpPr>
          <p:spPr>
            <a:xfrm>
              <a:off x="316484" y="1176032"/>
              <a:ext cx="6353175" cy="99060"/>
            </a:xfrm>
            <a:custGeom>
              <a:avLst/>
              <a:gdLst/>
              <a:ahLst/>
              <a:cxnLst/>
              <a:rect l="l" t="t" r="r" b="b"/>
              <a:pathLst>
                <a:path w="6353175" h="99059">
                  <a:moveTo>
                    <a:pt x="6352984" y="12661"/>
                  </a:moveTo>
                  <a:lnTo>
                    <a:pt x="6352959" y="5715"/>
                  </a:lnTo>
                  <a:lnTo>
                    <a:pt x="6347358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92862"/>
                  </a:lnTo>
                  <a:lnTo>
                    <a:pt x="5715" y="98552"/>
                  </a:lnTo>
                  <a:lnTo>
                    <a:pt x="6347168" y="98552"/>
                  </a:lnTo>
                  <a:lnTo>
                    <a:pt x="6352959" y="92862"/>
                  </a:lnTo>
                  <a:lnTo>
                    <a:pt x="6352959" y="85813"/>
                  </a:lnTo>
                  <a:lnTo>
                    <a:pt x="6352984" y="73152"/>
                  </a:lnTo>
                  <a:lnTo>
                    <a:pt x="6352959" y="25425"/>
                  </a:lnTo>
                  <a:lnTo>
                    <a:pt x="6352984" y="12661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89636" y="5107952"/>
              <a:ext cx="6280150" cy="1122680"/>
            </a:xfrm>
            <a:custGeom>
              <a:avLst/>
              <a:gdLst/>
              <a:ahLst/>
              <a:cxnLst/>
              <a:rect l="l" t="t" r="r" b="b"/>
              <a:pathLst>
                <a:path w="6280150" h="1122679">
                  <a:moveTo>
                    <a:pt x="6279832" y="5715"/>
                  </a:moveTo>
                  <a:lnTo>
                    <a:pt x="6274206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1116990"/>
                  </a:lnTo>
                  <a:lnTo>
                    <a:pt x="5613" y="1122680"/>
                  </a:lnTo>
                  <a:lnTo>
                    <a:pt x="6274117" y="1122680"/>
                  </a:lnTo>
                  <a:lnTo>
                    <a:pt x="6279832" y="1116990"/>
                  </a:lnTo>
                  <a:lnTo>
                    <a:pt x="6279832" y="1109941"/>
                  </a:lnTo>
                  <a:lnTo>
                    <a:pt x="6279832" y="1097280"/>
                  </a:lnTo>
                  <a:lnTo>
                    <a:pt x="6279832" y="25425"/>
                  </a:lnTo>
                  <a:lnTo>
                    <a:pt x="6279832" y="12661"/>
                  </a:lnTo>
                  <a:lnTo>
                    <a:pt x="6279832" y="5715"/>
                  </a:lnTo>
                  <a:close/>
                </a:path>
              </a:pathLst>
            </a:custGeom>
            <a:solidFill>
              <a:srgbClr val="1B5D2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69025" y="2352100"/>
            <a:ext cx="4295471" cy="636713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27305">
              <a:lnSpc>
                <a:spcPts val="4730"/>
              </a:lnSpc>
              <a:spcBef>
                <a:spcPts val="265"/>
              </a:spcBef>
            </a:pPr>
            <a:r>
              <a:rPr sz="4400" b="1" spc="-1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Creative </a:t>
            </a:r>
            <a:r>
              <a:rPr sz="4400" b="1" spc="-1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7205" y="3579337"/>
            <a:ext cx="3715009" cy="910506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065" marR="5080" algn="ctr">
              <a:lnSpc>
                <a:spcPts val="2250"/>
              </a:lnSpc>
              <a:spcBef>
                <a:spcPts val="200"/>
              </a:spcBef>
            </a:pPr>
            <a:r>
              <a:rPr sz="24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Visual-first</a:t>
            </a:r>
            <a:r>
              <a:rPr sz="2400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creatives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r>
              <a:rPr sz="2400" spc="-1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1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</a:t>
            </a:r>
            <a:r>
              <a:rPr sz="2400" spc="-1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spc="-1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84185" y="5487906"/>
            <a:ext cx="137731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9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800" b="1" spc="-1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9636" y="6424688"/>
            <a:ext cx="4345201" cy="1122680"/>
          </a:xfrm>
          <a:custGeom>
            <a:avLst/>
            <a:gdLst/>
            <a:ahLst/>
            <a:cxnLst/>
            <a:rect l="l" t="t" r="r" b="b"/>
            <a:pathLst>
              <a:path w="6280150" h="1122679">
                <a:moveTo>
                  <a:pt x="6279832" y="5715"/>
                </a:moveTo>
                <a:lnTo>
                  <a:pt x="6274206" y="0"/>
                </a:lnTo>
                <a:lnTo>
                  <a:pt x="5715" y="0"/>
                </a:lnTo>
                <a:lnTo>
                  <a:pt x="0" y="5715"/>
                </a:lnTo>
                <a:lnTo>
                  <a:pt x="0" y="1116990"/>
                </a:lnTo>
                <a:lnTo>
                  <a:pt x="5613" y="1122680"/>
                </a:lnTo>
                <a:lnTo>
                  <a:pt x="6274117" y="1122680"/>
                </a:lnTo>
                <a:lnTo>
                  <a:pt x="6279832" y="1116990"/>
                </a:lnTo>
                <a:lnTo>
                  <a:pt x="6279832" y="1109941"/>
                </a:lnTo>
                <a:lnTo>
                  <a:pt x="6279832" y="1097280"/>
                </a:lnTo>
                <a:lnTo>
                  <a:pt x="6279832" y="25425"/>
                </a:lnTo>
                <a:lnTo>
                  <a:pt x="6279832" y="12661"/>
                </a:lnTo>
                <a:lnTo>
                  <a:pt x="6279832" y="5715"/>
                </a:lnTo>
                <a:close/>
              </a:path>
            </a:pathLst>
          </a:custGeom>
          <a:solidFill>
            <a:srgbClr val="1B5D20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066417" y="6687498"/>
            <a:ext cx="121285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9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800" b="1" spc="-1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9636" y="7741424"/>
            <a:ext cx="4345201" cy="1122680"/>
          </a:xfrm>
          <a:custGeom>
            <a:avLst/>
            <a:gdLst/>
            <a:ahLst/>
            <a:cxnLst/>
            <a:rect l="l" t="t" r="r" b="b"/>
            <a:pathLst>
              <a:path w="6280150" h="1122679">
                <a:moveTo>
                  <a:pt x="6279832" y="5715"/>
                </a:moveTo>
                <a:lnTo>
                  <a:pt x="6274206" y="0"/>
                </a:lnTo>
                <a:lnTo>
                  <a:pt x="5715" y="0"/>
                </a:lnTo>
                <a:lnTo>
                  <a:pt x="0" y="5715"/>
                </a:lnTo>
                <a:lnTo>
                  <a:pt x="0" y="1116990"/>
                </a:lnTo>
                <a:lnTo>
                  <a:pt x="5613" y="1122680"/>
                </a:lnTo>
                <a:lnTo>
                  <a:pt x="6274117" y="1122680"/>
                </a:lnTo>
                <a:lnTo>
                  <a:pt x="6279832" y="1116990"/>
                </a:lnTo>
                <a:lnTo>
                  <a:pt x="6279832" y="1109941"/>
                </a:lnTo>
                <a:lnTo>
                  <a:pt x="6279832" y="1097280"/>
                </a:lnTo>
                <a:lnTo>
                  <a:pt x="6279832" y="25425"/>
                </a:lnTo>
                <a:lnTo>
                  <a:pt x="6279832" y="12661"/>
                </a:lnTo>
                <a:lnTo>
                  <a:pt x="6279832" y="5715"/>
                </a:lnTo>
                <a:close/>
              </a:path>
            </a:pathLst>
          </a:custGeom>
          <a:solidFill>
            <a:srgbClr val="1B5D20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28244" y="8038493"/>
            <a:ext cx="1852930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9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sz="2800" b="1" spc="-1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Carousels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7485382" y="389639"/>
            <a:ext cx="10723880" cy="3335654"/>
            <a:chOff x="7485382" y="389639"/>
            <a:chExt cx="10723880" cy="3335654"/>
          </a:xfrm>
        </p:grpSpPr>
        <p:sp>
          <p:nvSpPr>
            <p:cNvPr id="17" name="object 17"/>
            <p:cNvSpPr/>
            <p:nvPr/>
          </p:nvSpPr>
          <p:spPr>
            <a:xfrm>
              <a:off x="7521956" y="389648"/>
              <a:ext cx="135255" cy="666115"/>
            </a:xfrm>
            <a:custGeom>
              <a:avLst/>
              <a:gdLst/>
              <a:ahLst/>
              <a:cxnLst/>
              <a:rect l="l" t="t" r="r" b="b"/>
              <a:pathLst>
                <a:path w="135254" h="666115">
                  <a:moveTo>
                    <a:pt x="135128" y="5715"/>
                  </a:moveTo>
                  <a:lnTo>
                    <a:pt x="129438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659790"/>
                  </a:lnTo>
                  <a:lnTo>
                    <a:pt x="5715" y="665619"/>
                  </a:lnTo>
                  <a:lnTo>
                    <a:pt x="129247" y="665619"/>
                  </a:lnTo>
                  <a:lnTo>
                    <a:pt x="135128" y="659790"/>
                  </a:lnTo>
                  <a:lnTo>
                    <a:pt x="135128" y="652741"/>
                  </a:lnTo>
                  <a:lnTo>
                    <a:pt x="135064" y="640080"/>
                  </a:lnTo>
                  <a:lnTo>
                    <a:pt x="135128" y="25425"/>
                  </a:lnTo>
                  <a:lnTo>
                    <a:pt x="135064" y="12661"/>
                  </a:lnTo>
                  <a:lnTo>
                    <a:pt x="135128" y="5715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485382" y="1176023"/>
              <a:ext cx="10720070" cy="2549525"/>
            </a:xfrm>
            <a:custGeom>
              <a:avLst/>
              <a:gdLst/>
              <a:ahLst/>
              <a:cxnLst/>
              <a:rect l="l" t="t" r="r" b="b"/>
              <a:pathLst>
                <a:path w="10720069" h="2549525">
                  <a:moveTo>
                    <a:pt x="10718102" y="2549146"/>
                  </a:moveTo>
                  <a:lnTo>
                    <a:pt x="5619" y="2549146"/>
                  </a:lnTo>
                  <a:lnTo>
                    <a:pt x="0" y="2543460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10718197" y="0"/>
                  </a:lnTo>
                  <a:lnTo>
                    <a:pt x="10719733" y="1562"/>
                  </a:lnTo>
                  <a:lnTo>
                    <a:pt x="10719733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23744"/>
                  </a:lnTo>
                  <a:lnTo>
                    <a:pt x="12668" y="2523744"/>
                  </a:lnTo>
                  <a:lnTo>
                    <a:pt x="12668" y="2536411"/>
                  </a:lnTo>
                  <a:lnTo>
                    <a:pt x="10719733" y="2536411"/>
                  </a:lnTo>
                  <a:lnTo>
                    <a:pt x="10719733" y="2547523"/>
                  </a:lnTo>
                  <a:lnTo>
                    <a:pt x="10718102" y="2549146"/>
                  </a:lnTo>
                  <a:close/>
                </a:path>
                <a:path w="10720069" h="2549525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10720069" h="2549525">
                  <a:moveTo>
                    <a:pt x="10698479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10698479" y="12668"/>
                  </a:lnTo>
                  <a:lnTo>
                    <a:pt x="10698479" y="25431"/>
                  </a:lnTo>
                  <a:close/>
                </a:path>
                <a:path w="10720069" h="2549525">
                  <a:moveTo>
                    <a:pt x="10711148" y="2536411"/>
                  </a:moveTo>
                  <a:lnTo>
                    <a:pt x="10698479" y="2536411"/>
                  </a:lnTo>
                  <a:lnTo>
                    <a:pt x="10698479" y="12668"/>
                  </a:lnTo>
                  <a:lnTo>
                    <a:pt x="10711148" y="12668"/>
                  </a:lnTo>
                  <a:lnTo>
                    <a:pt x="10711148" y="25431"/>
                  </a:lnTo>
                  <a:lnTo>
                    <a:pt x="10719733" y="25431"/>
                  </a:lnTo>
                  <a:lnTo>
                    <a:pt x="10719733" y="2523744"/>
                  </a:lnTo>
                  <a:lnTo>
                    <a:pt x="10711148" y="2523744"/>
                  </a:lnTo>
                  <a:lnTo>
                    <a:pt x="10711148" y="2536411"/>
                  </a:lnTo>
                  <a:close/>
                </a:path>
                <a:path w="10720069" h="2549525">
                  <a:moveTo>
                    <a:pt x="10719733" y="25431"/>
                  </a:moveTo>
                  <a:lnTo>
                    <a:pt x="10711148" y="25431"/>
                  </a:lnTo>
                  <a:lnTo>
                    <a:pt x="10711148" y="12668"/>
                  </a:lnTo>
                  <a:lnTo>
                    <a:pt x="10719733" y="12668"/>
                  </a:lnTo>
                  <a:lnTo>
                    <a:pt x="10719733" y="25431"/>
                  </a:lnTo>
                  <a:close/>
                </a:path>
                <a:path w="10720069" h="2549525">
                  <a:moveTo>
                    <a:pt x="25431" y="2536411"/>
                  </a:moveTo>
                  <a:lnTo>
                    <a:pt x="12668" y="2536411"/>
                  </a:lnTo>
                  <a:lnTo>
                    <a:pt x="12668" y="2523744"/>
                  </a:lnTo>
                  <a:lnTo>
                    <a:pt x="25431" y="2523744"/>
                  </a:lnTo>
                  <a:lnTo>
                    <a:pt x="25431" y="2536411"/>
                  </a:lnTo>
                  <a:close/>
                </a:path>
                <a:path w="10720069" h="2549525">
                  <a:moveTo>
                    <a:pt x="10698479" y="2536411"/>
                  </a:moveTo>
                  <a:lnTo>
                    <a:pt x="25431" y="2536411"/>
                  </a:lnTo>
                  <a:lnTo>
                    <a:pt x="25431" y="2523744"/>
                  </a:lnTo>
                  <a:lnTo>
                    <a:pt x="10698479" y="2523744"/>
                  </a:lnTo>
                  <a:lnTo>
                    <a:pt x="10698479" y="2536411"/>
                  </a:lnTo>
                  <a:close/>
                </a:path>
                <a:path w="10720069" h="2549525">
                  <a:moveTo>
                    <a:pt x="10719733" y="2536411"/>
                  </a:moveTo>
                  <a:lnTo>
                    <a:pt x="10711148" y="2536411"/>
                  </a:lnTo>
                  <a:lnTo>
                    <a:pt x="10711148" y="2523744"/>
                  </a:lnTo>
                  <a:lnTo>
                    <a:pt x="10719733" y="2523744"/>
                  </a:lnTo>
                  <a:lnTo>
                    <a:pt x="10719733" y="2536411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485380" y="1176032"/>
              <a:ext cx="10723880" cy="756920"/>
            </a:xfrm>
            <a:custGeom>
              <a:avLst/>
              <a:gdLst/>
              <a:ahLst/>
              <a:cxnLst/>
              <a:rect l="l" t="t" r="r" b="b"/>
              <a:pathLst>
                <a:path w="10723880" h="756919">
                  <a:moveTo>
                    <a:pt x="10723817" y="5715"/>
                  </a:moveTo>
                  <a:lnTo>
                    <a:pt x="1071819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78867"/>
                  </a:lnTo>
                  <a:lnTo>
                    <a:pt x="0" y="92862"/>
                  </a:lnTo>
                  <a:lnTo>
                    <a:pt x="0" y="751230"/>
                  </a:lnTo>
                  <a:lnTo>
                    <a:pt x="5715" y="756920"/>
                  </a:lnTo>
                  <a:lnTo>
                    <a:pt x="2031199" y="756920"/>
                  </a:lnTo>
                  <a:lnTo>
                    <a:pt x="2037016" y="751230"/>
                  </a:lnTo>
                  <a:lnTo>
                    <a:pt x="2037016" y="744181"/>
                  </a:lnTo>
                  <a:lnTo>
                    <a:pt x="2037016" y="731520"/>
                  </a:lnTo>
                  <a:lnTo>
                    <a:pt x="2037016" y="98577"/>
                  </a:lnTo>
                  <a:lnTo>
                    <a:pt x="10718000" y="98552"/>
                  </a:lnTo>
                  <a:lnTo>
                    <a:pt x="10723817" y="92862"/>
                  </a:lnTo>
                  <a:lnTo>
                    <a:pt x="10723817" y="85813"/>
                  </a:lnTo>
                  <a:lnTo>
                    <a:pt x="10723817" y="73152"/>
                  </a:lnTo>
                  <a:lnTo>
                    <a:pt x="10723817" y="25425"/>
                  </a:lnTo>
                  <a:lnTo>
                    <a:pt x="10723817" y="12661"/>
                  </a:lnTo>
                  <a:lnTo>
                    <a:pt x="10723817" y="571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741411" y="519842"/>
            <a:ext cx="5212589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800" b="1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r>
              <a:rPr lang="en-IN" sz="2800" b="1" spc="-13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lang="en-IN" sz="2800" b="1" spc="-17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spc="-3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832000" y="1420621"/>
            <a:ext cx="134366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Awareness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716515" y="1398523"/>
            <a:ext cx="24441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sz="2000" spc="-1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7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sz="2000"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6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(Reel/Story)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31683" y="2099849"/>
            <a:ext cx="621347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"Still</a:t>
            </a:r>
            <a:r>
              <a:rPr sz="2400" b="1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7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Drinking</a:t>
            </a:r>
            <a:r>
              <a:rPr sz="2400" b="1" spc="-8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4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Sugar?"</a:t>
            </a:r>
            <a:r>
              <a:rPr sz="2400" b="1" spc="-8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</a:t>
            </a:r>
            <a:r>
              <a:rPr sz="2400" b="1" spc="-8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6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Motion</a:t>
            </a:r>
            <a:r>
              <a:rPr sz="2400" b="1" spc="-8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4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31683" y="2932810"/>
            <a:ext cx="953071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15s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reel: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9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side-</a:t>
            </a:r>
            <a:r>
              <a:rPr sz="2000" spc="-5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by-</a:t>
            </a:r>
            <a:r>
              <a:rPr sz="2000" spc="-6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side.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seconds.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CTA: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Shop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Blinkit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485382" y="4010662"/>
            <a:ext cx="10723880" cy="2549525"/>
            <a:chOff x="7485382" y="4010662"/>
            <a:chExt cx="10723880" cy="2549525"/>
          </a:xfrm>
        </p:grpSpPr>
        <p:sp>
          <p:nvSpPr>
            <p:cNvPr id="26" name="object 26"/>
            <p:cNvSpPr/>
            <p:nvPr/>
          </p:nvSpPr>
          <p:spPr>
            <a:xfrm>
              <a:off x="7485382" y="4010662"/>
              <a:ext cx="10720070" cy="2549525"/>
            </a:xfrm>
            <a:custGeom>
              <a:avLst/>
              <a:gdLst/>
              <a:ahLst/>
              <a:cxnLst/>
              <a:rect l="l" t="t" r="r" b="b"/>
              <a:pathLst>
                <a:path w="10720069" h="2549525">
                  <a:moveTo>
                    <a:pt x="10718102" y="2549146"/>
                  </a:moveTo>
                  <a:lnTo>
                    <a:pt x="5619" y="2549146"/>
                  </a:lnTo>
                  <a:lnTo>
                    <a:pt x="0" y="2543460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10718197" y="0"/>
                  </a:lnTo>
                  <a:lnTo>
                    <a:pt x="10719733" y="1562"/>
                  </a:lnTo>
                  <a:lnTo>
                    <a:pt x="10719733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23744"/>
                  </a:lnTo>
                  <a:lnTo>
                    <a:pt x="12668" y="2523744"/>
                  </a:lnTo>
                  <a:lnTo>
                    <a:pt x="12668" y="2536412"/>
                  </a:lnTo>
                  <a:lnTo>
                    <a:pt x="10719733" y="2536412"/>
                  </a:lnTo>
                  <a:lnTo>
                    <a:pt x="10719733" y="2547523"/>
                  </a:lnTo>
                  <a:lnTo>
                    <a:pt x="10718102" y="2549146"/>
                  </a:lnTo>
                  <a:close/>
                </a:path>
                <a:path w="10720069" h="2549525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10720069" h="2549525">
                  <a:moveTo>
                    <a:pt x="10698479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10698479" y="12668"/>
                  </a:lnTo>
                  <a:lnTo>
                    <a:pt x="10698479" y="25431"/>
                  </a:lnTo>
                  <a:close/>
                </a:path>
                <a:path w="10720069" h="2549525">
                  <a:moveTo>
                    <a:pt x="10711148" y="2536412"/>
                  </a:moveTo>
                  <a:lnTo>
                    <a:pt x="10698479" y="2536412"/>
                  </a:lnTo>
                  <a:lnTo>
                    <a:pt x="10698479" y="12668"/>
                  </a:lnTo>
                  <a:lnTo>
                    <a:pt x="10711148" y="12668"/>
                  </a:lnTo>
                  <a:lnTo>
                    <a:pt x="10711148" y="25431"/>
                  </a:lnTo>
                  <a:lnTo>
                    <a:pt x="10719733" y="25431"/>
                  </a:lnTo>
                  <a:lnTo>
                    <a:pt x="10719733" y="2523744"/>
                  </a:lnTo>
                  <a:lnTo>
                    <a:pt x="10711148" y="2523744"/>
                  </a:lnTo>
                  <a:lnTo>
                    <a:pt x="10711148" y="2536412"/>
                  </a:lnTo>
                  <a:close/>
                </a:path>
                <a:path w="10720069" h="2549525">
                  <a:moveTo>
                    <a:pt x="10719733" y="25431"/>
                  </a:moveTo>
                  <a:lnTo>
                    <a:pt x="10711148" y="25431"/>
                  </a:lnTo>
                  <a:lnTo>
                    <a:pt x="10711148" y="12668"/>
                  </a:lnTo>
                  <a:lnTo>
                    <a:pt x="10719733" y="12668"/>
                  </a:lnTo>
                  <a:lnTo>
                    <a:pt x="10719733" y="25431"/>
                  </a:lnTo>
                  <a:close/>
                </a:path>
                <a:path w="10720069" h="2549525">
                  <a:moveTo>
                    <a:pt x="25431" y="2536412"/>
                  </a:moveTo>
                  <a:lnTo>
                    <a:pt x="12668" y="2536412"/>
                  </a:lnTo>
                  <a:lnTo>
                    <a:pt x="12668" y="2523744"/>
                  </a:lnTo>
                  <a:lnTo>
                    <a:pt x="25431" y="2523744"/>
                  </a:lnTo>
                  <a:lnTo>
                    <a:pt x="25431" y="2536412"/>
                  </a:lnTo>
                  <a:close/>
                </a:path>
                <a:path w="10720069" h="2549525">
                  <a:moveTo>
                    <a:pt x="10698479" y="2536412"/>
                  </a:moveTo>
                  <a:lnTo>
                    <a:pt x="25431" y="2536412"/>
                  </a:lnTo>
                  <a:lnTo>
                    <a:pt x="25431" y="2523744"/>
                  </a:lnTo>
                  <a:lnTo>
                    <a:pt x="10698479" y="2523744"/>
                  </a:lnTo>
                  <a:lnTo>
                    <a:pt x="10698479" y="2536412"/>
                  </a:lnTo>
                  <a:close/>
                </a:path>
                <a:path w="10720069" h="2549525">
                  <a:moveTo>
                    <a:pt x="10719733" y="2536412"/>
                  </a:moveTo>
                  <a:lnTo>
                    <a:pt x="10711148" y="2536412"/>
                  </a:lnTo>
                  <a:lnTo>
                    <a:pt x="10711148" y="2523744"/>
                  </a:lnTo>
                  <a:lnTo>
                    <a:pt x="10719733" y="2523744"/>
                  </a:lnTo>
                  <a:lnTo>
                    <a:pt x="10719733" y="2536412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7485380" y="4010672"/>
              <a:ext cx="10723880" cy="756920"/>
            </a:xfrm>
            <a:custGeom>
              <a:avLst/>
              <a:gdLst/>
              <a:ahLst/>
              <a:cxnLst/>
              <a:rect l="l" t="t" r="r" b="b"/>
              <a:pathLst>
                <a:path w="10723880" h="756920">
                  <a:moveTo>
                    <a:pt x="10723817" y="5715"/>
                  </a:moveTo>
                  <a:lnTo>
                    <a:pt x="1071819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78867"/>
                  </a:lnTo>
                  <a:lnTo>
                    <a:pt x="0" y="92862"/>
                  </a:lnTo>
                  <a:lnTo>
                    <a:pt x="0" y="751230"/>
                  </a:lnTo>
                  <a:lnTo>
                    <a:pt x="5715" y="756920"/>
                  </a:lnTo>
                  <a:lnTo>
                    <a:pt x="2031199" y="756920"/>
                  </a:lnTo>
                  <a:lnTo>
                    <a:pt x="2037016" y="751230"/>
                  </a:lnTo>
                  <a:lnTo>
                    <a:pt x="2037016" y="744181"/>
                  </a:lnTo>
                  <a:lnTo>
                    <a:pt x="2037016" y="731520"/>
                  </a:lnTo>
                  <a:lnTo>
                    <a:pt x="2037016" y="98577"/>
                  </a:lnTo>
                  <a:lnTo>
                    <a:pt x="10718000" y="98552"/>
                  </a:lnTo>
                  <a:lnTo>
                    <a:pt x="10723817" y="92862"/>
                  </a:lnTo>
                  <a:lnTo>
                    <a:pt x="10723817" y="85813"/>
                  </a:lnTo>
                  <a:lnTo>
                    <a:pt x="10723817" y="73152"/>
                  </a:lnTo>
                  <a:lnTo>
                    <a:pt x="10723817" y="25425"/>
                  </a:lnTo>
                  <a:lnTo>
                    <a:pt x="10723817" y="12661"/>
                  </a:lnTo>
                  <a:lnTo>
                    <a:pt x="10723817" y="5715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7649388" y="4255261"/>
            <a:ext cx="170942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Consideration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716515" y="4233163"/>
            <a:ext cx="203517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2000" spc="-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r>
              <a:rPr sz="2000" spc="-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(Feed)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31683" y="4934489"/>
            <a:ext cx="729932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6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"Swap</a:t>
            </a:r>
            <a:r>
              <a:rPr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</a:t>
            </a:r>
            <a:r>
              <a:rPr sz="2400" b="1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b="1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14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FruitVita"</a:t>
            </a:r>
            <a:r>
              <a:rPr sz="2400" b="1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400" b="1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8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sz="2400" b="1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31683" y="5634101"/>
            <a:ext cx="9935210" cy="29751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100"/>
              </a:lnSpc>
              <a:spcBef>
                <a:spcPts val="219"/>
              </a:spcBef>
            </a:pP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6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BG,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shot,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USPs.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CTA: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Now.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7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Target: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interest audience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485382" y="6845303"/>
            <a:ext cx="10723880" cy="2549525"/>
            <a:chOff x="7485382" y="6845303"/>
            <a:chExt cx="10723880" cy="2549525"/>
          </a:xfrm>
        </p:grpSpPr>
        <p:sp>
          <p:nvSpPr>
            <p:cNvPr id="33" name="object 33"/>
            <p:cNvSpPr/>
            <p:nvPr/>
          </p:nvSpPr>
          <p:spPr>
            <a:xfrm>
              <a:off x="7485382" y="6845303"/>
              <a:ext cx="10720070" cy="2549525"/>
            </a:xfrm>
            <a:custGeom>
              <a:avLst/>
              <a:gdLst/>
              <a:ahLst/>
              <a:cxnLst/>
              <a:rect l="l" t="t" r="r" b="b"/>
              <a:pathLst>
                <a:path w="10720069" h="2549525">
                  <a:moveTo>
                    <a:pt x="10718102" y="2549146"/>
                  </a:moveTo>
                  <a:lnTo>
                    <a:pt x="5619" y="2549146"/>
                  </a:lnTo>
                  <a:lnTo>
                    <a:pt x="0" y="2543460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10718197" y="0"/>
                  </a:lnTo>
                  <a:lnTo>
                    <a:pt x="10719733" y="1562"/>
                  </a:lnTo>
                  <a:lnTo>
                    <a:pt x="10719733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23743"/>
                  </a:lnTo>
                  <a:lnTo>
                    <a:pt x="12668" y="2523743"/>
                  </a:lnTo>
                  <a:lnTo>
                    <a:pt x="12668" y="2536412"/>
                  </a:lnTo>
                  <a:lnTo>
                    <a:pt x="10719733" y="2536412"/>
                  </a:lnTo>
                  <a:lnTo>
                    <a:pt x="10719733" y="2547524"/>
                  </a:lnTo>
                  <a:lnTo>
                    <a:pt x="10718102" y="2549146"/>
                  </a:lnTo>
                  <a:close/>
                </a:path>
                <a:path w="10720069" h="2549525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10720069" h="2549525">
                  <a:moveTo>
                    <a:pt x="10698479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10698479" y="12668"/>
                  </a:lnTo>
                  <a:lnTo>
                    <a:pt x="10698479" y="25431"/>
                  </a:lnTo>
                  <a:close/>
                </a:path>
                <a:path w="10720069" h="2549525">
                  <a:moveTo>
                    <a:pt x="10711148" y="2536412"/>
                  </a:moveTo>
                  <a:lnTo>
                    <a:pt x="10698479" y="2536412"/>
                  </a:lnTo>
                  <a:lnTo>
                    <a:pt x="10698479" y="12668"/>
                  </a:lnTo>
                  <a:lnTo>
                    <a:pt x="10711148" y="12668"/>
                  </a:lnTo>
                  <a:lnTo>
                    <a:pt x="10711148" y="25431"/>
                  </a:lnTo>
                  <a:lnTo>
                    <a:pt x="10719733" y="25431"/>
                  </a:lnTo>
                  <a:lnTo>
                    <a:pt x="10719733" y="2523743"/>
                  </a:lnTo>
                  <a:lnTo>
                    <a:pt x="10711148" y="2523743"/>
                  </a:lnTo>
                  <a:lnTo>
                    <a:pt x="10711148" y="2536412"/>
                  </a:lnTo>
                  <a:close/>
                </a:path>
                <a:path w="10720069" h="2549525">
                  <a:moveTo>
                    <a:pt x="10719733" y="25431"/>
                  </a:moveTo>
                  <a:lnTo>
                    <a:pt x="10711148" y="25431"/>
                  </a:lnTo>
                  <a:lnTo>
                    <a:pt x="10711148" y="12668"/>
                  </a:lnTo>
                  <a:lnTo>
                    <a:pt x="10719733" y="12668"/>
                  </a:lnTo>
                  <a:lnTo>
                    <a:pt x="10719733" y="25431"/>
                  </a:lnTo>
                  <a:close/>
                </a:path>
                <a:path w="10720069" h="2549525">
                  <a:moveTo>
                    <a:pt x="25431" y="2536412"/>
                  </a:moveTo>
                  <a:lnTo>
                    <a:pt x="12668" y="2536412"/>
                  </a:lnTo>
                  <a:lnTo>
                    <a:pt x="12668" y="2523743"/>
                  </a:lnTo>
                  <a:lnTo>
                    <a:pt x="25431" y="2523743"/>
                  </a:lnTo>
                  <a:lnTo>
                    <a:pt x="25431" y="2536412"/>
                  </a:lnTo>
                  <a:close/>
                </a:path>
                <a:path w="10720069" h="2549525">
                  <a:moveTo>
                    <a:pt x="10698479" y="2536412"/>
                  </a:moveTo>
                  <a:lnTo>
                    <a:pt x="25431" y="2536412"/>
                  </a:lnTo>
                  <a:lnTo>
                    <a:pt x="25431" y="2523743"/>
                  </a:lnTo>
                  <a:lnTo>
                    <a:pt x="10698479" y="2523743"/>
                  </a:lnTo>
                  <a:lnTo>
                    <a:pt x="10698479" y="2536412"/>
                  </a:lnTo>
                  <a:close/>
                </a:path>
                <a:path w="10720069" h="2549525">
                  <a:moveTo>
                    <a:pt x="10719733" y="2536412"/>
                  </a:moveTo>
                  <a:lnTo>
                    <a:pt x="10711148" y="2536412"/>
                  </a:lnTo>
                  <a:lnTo>
                    <a:pt x="10711148" y="2523743"/>
                  </a:lnTo>
                  <a:lnTo>
                    <a:pt x="10719733" y="2523743"/>
                  </a:lnTo>
                  <a:lnTo>
                    <a:pt x="10719733" y="2536412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485380" y="6845312"/>
              <a:ext cx="10723880" cy="756920"/>
            </a:xfrm>
            <a:custGeom>
              <a:avLst/>
              <a:gdLst/>
              <a:ahLst/>
              <a:cxnLst/>
              <a:rect l="l" t="t" r="r" b="b"/>
              <a:pathLst>
                <a:path w="10723880" h="756920">
                  <a:moveTo>
                    <a:pt x="10723817" y="5715"/>
                  </a:moveTo>
                  <a:lnTo>
                    <a:pt x="1071819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78867"/>
                  </a:lnTo>
                  <a:lnTo>
                    <a:pt x="0" y="92862"/>
                  </a:lnTo>
                  <a:lnTo>
                    <a:pt x="0" y="751230"/>
                  </a:lnTo>
                  <a:lnTo>
                    <a:pt x="5715" y="756920"/>
                  </a:lnTo>
                  <a:lnTo>
                    <a:pt x="2031199" y="756920"/>
                  </a:lnTo>
                  <a:lnTo>
                    <a:pt x="2037016" y="751230"/>
                  </a:lnTo>
                  <a:lnTo>
                    <a:pt x="2037016" y="744181"/>
                  </a:lnTo>
                  <a:lnTo>
                    <a:pt x="2037016" y="731520"/>
                  </a:lnTo>
                  <a:lnTo>
                    <a:pt x="2037016" y="98577"/>
                  </a:lnTo>
                  <a:lnTo>
                    <a:pt x="10718000" y="98552"/>
                  </a:lnTo>
                  <a:lnTo>
                    <a:pt x="10723817" y="92862"/>
                  </a:lnTo>
                  <a:lnTo>
                    <a:pt x="10723817" y="85813"/>
                  </a:lnTo>
                  <a:lnTo>
                    <a:pt x="10723817" y="73152"/>
                  </a:lnTo>
                  <a:lnTo>
                    <a:pt x="10723817" y="25425"/>
                  </a:lnTo>
                  <a:lnTo>
                    <a:pt x="10723817" y="12661"/>
                  </a:lnTo>
                  <a:lnTo>
                    <a:pt x="10723817" y="5715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814736" y="7089902"/>
            <a:ext cx="13785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716515" y="7067803"/>
            <a:ext cx="140398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Carousel</a:t>
            </a:r>
            <a:r>
              <a:rPr sz="2000"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31683" y="7769129"/>
            <a:ext cx="67329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2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"Meet</a:t>
            </a:r>
            <a:r>
              <a:rPr sz="2400" b="1" spc="-10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7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3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Range"</a:t>
            </a:r>
            <a:r>
              <a:rPr sz="24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400" b="1" spc="-10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</a:t>
            </a:r>
            <a:r>
              <a:rPr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r>
              <a:rPr sz="24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Flavour</a:t>
            </a:r>
            <a:r>
              <a:rPr sz="24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Showcase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631683" y="8602090"/>
            <a:ext cx="870331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r>
              <a:rPr sz="2000" spc="-114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47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sz="2000" spc="-114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Hook.</a:t>
            </a:r>
            <a:r>
              <a:rPr sz="2000" spc="-114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Slides</a:t>
            </a:r>
            <a:r>
              <a:rPr sz="2000" spc="-114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sz="2000" spc="-2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sz="2000" spc="-114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6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flavours.</a:t>
            </a:r>
            <a:r>
              <a:rPr sz="2000" spc="-114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r>
              <a:rPr sz="2000" spc="-114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9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5:</a:t>
            </a:r>
            <a:r>
              <a:rPr sz="2000" spc="-114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CTA</a:t>
            </a:r>
            <a:r>
              <a:rPr sz="2000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spc="-114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5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all-</a:t>
            </a:r>
            <a:r>
              <a:rPr sz="2000" spc="-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flavours</a:t>
            </a:r>
            <a:r>
              <a:rPr sz="2000" spc="-114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2722" y="619026"/>
            <a:ext cx="5787390" cy="871219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sz="2800" b="1" spc="-1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sz="2800" b="1" spc="-1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sz="2800" b="1" spc="-1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800" b="1" spc="-1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</a:t>
            </a:r>
            <a:r>
              <a:rPr sz="2800" b="1" spc="-1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4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sz="2800" b="1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sz="2800" b="1" spc="-17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89636" y="3827783"/>
            <a:ext cx="5477079" cy="1305950"/>
            <a:chOff x="389636" y="3827783"/>
            <a:chExt cx="6279515" cy="1305950"/>
          </a:xfrm>
        </p:grpSpPr>
        <p:sp>
          <p:nvSpPr>
            <p:cNvPr id="5" name="object 5"/>
            <p:cNvSpPr/>
            <p:nvPr/>
          </p:nvSpPr>
          <p:spPr>
            <a:xfrm>
              <a:off x="457171" y="3840451"/>
              <a:ext cx="6163310" cy="73660"/>
            </a:xfrm>
            <a:custGeom>
              <a:avLst/>
              <a:gdLst/>
              <a:ahLst/>
              <a:cxnLst/>
              <a:rect l="l" t="t" r="r" b="b"/>
              <a:pathLst>
                <a:path w="6163309" h="73660">
                  <a:moveTo>
                    <a:pt x="6163056" y="73151"/>
                  </a:moveTo>
                  <a:lnTo>
                    <a:pt x="0" y="73151"/>
                  </a:lnTo>
                  <a:lnTo>
                    <a:pt x="0" y="0"/>
                  </a:lnTo>
                  <a:lnTo>
                    <a:pt x="6163056" y="0"/>
                  </a:lnTo>
                  <a:lnTo>
                    <a:pt x="6163056" y="73151"/>
                  </a:lnTo>
                  <a:close/>
                </a:path>
              </a:pathLst>
            </a:custGeom>
            <a:solidFill>
              <a:srgbClr val="E65000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44503" y="3827783"/>
              <a:ext cx="6188710" cy="99060"/>
            </a:xfrm>
            <a:custGeom>
              <a:avLst/>
              <a:gdLst/>
              <a:ahLst/>
              <a:cxnLst/>
              <a:rect l="l" t="t" r="r" b="b"/>
              <a:pathLst>
                <a:path w="6188709" h="99060">
                  <a:moveTo>
                    <a:pt x="6182580" y="98555"/>
                  </a:moveTo>
                  <a:lnTo>
                    <a:pt x="5715" y="98555"/>
                  </a:lnTo>
                  <a:lnTo>
                    <a:pt x="0" y="92868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6182773" y="0"/>
                  </a:lnTo>
                  <a:lnTo>
                    <a:pt x="6188392" y="5715"/>
                  </a:lnTo>
                  <a:lnTo>
                    <a:pt x="6188392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73152"/>
                  </a:lnTo>
                  <a:lnTo>
                    <a:pt x="12668" y="73152"/>
                  </a:lnTo>
                  <a:lnTo>
                    <a:pt x="12668" y="85820"/>
                  </a:lnTo>
                  <a:lnTo>
                    <a:pt x="6188392" y="85820"/>
                  </a:lnTo>
                  <a:lnTo>
                    <a:pt x="6188392" y="92868"/>
                  </a:lnTo>
                  <a:lnTo>
                    <a:pt x="6182580" y="98555"/>
                  </a:lnTo>
                  <a:close/>
                </a:path>
                <a:path w="6188709" h="99060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6188709" h="99060">
                  <a:moveTo>
                    <a:pt x="6163056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6163056" y="12668"/>
                  </a:lnTo>
                  <a:lnTo>
                    <a:pt x="6163056" y="25431"/>
                  </a:lnTo>
                  <a:close/>
                </a:path>
                <a:path w="6188709" h="99060">
                  <a:moveTo>
                    <a:pt x="6175724" y="85820"/>
                  </a:moveTo>
                  <a:lnTo>
                    <a:pt x="6163056" y="85820"/>
                  </a:lnTo>
                  <a:lnTo>
                    <a:pt x="6163056" y="12668"/>
                  </a:lnTo>
                  <a:lnTo>
                    <a:pt x="6175724" y="12668"/>
                  </a:lnTo>
                  <a:lnTo>
                    <a:pt x="6175724" y="25431"/>
                  </a:lnTo>
                  <a:lnTo>
                    <a:pt x="6188392" y="25431"/>
                  </a:lnTo>
                  <a:lnTo>
                    <a:pt x="6188392" y="73152"/>
                  </a:lnTo>
                  <a:lnTo>
                    <a:pt x="6175724" y="73152"/>
                  </a:lnTo>
                  <a:lnTo>
                    <a:pt x="6175724" y="85820"/>
                  </a:lnTo>
                  <a:close/>
                </a:path>
                <a:path w="6188709" h="99060">
                  <a:moveTo>
                    <a:pt x="6188392" y="25431"/>
                  </a:moveTo>
                  <a:lnTo>
                    <a:pt x="6175724" y="25431"/>
                  </a:lnTo>
                  <a:lnTo>
                    <a:pt x="6175724" y="12668"/>
                  </a:lnTo>
                  <a:lnTo>
                    <a:pt x="6188392" y="12668"/>
                  </a:lnTo>
                  <a:lnTo>
                    <a:pt x="6188392" y="25431"/>
                  </a:lnTo>
                  <a:close/>
                </a:path>
                <a:path w="6188709" h="99060">
                  <a:moveTo>
                    <a:pt x="25431" y="85820"/>
                  </a:moveTo>
                  <a:lnTo>
                    <a:pt x="12668" y="85820"/>
                  </a:lnTo>
                  <a:lnTo>
                    <a:pt x="12668" y="73152"/>
                  </a:lnTo>
                  <a:lnTo>
                    <a:pt x="25431" y="73152"/>
                  </a:lnTo>
                  <a:lnTo>
                    <a:pt x="25431" y="85820"/>
                  </a:lnTo>
                  <a:close/>
                </a:path>
                <a:path w="6188709" h="99060">
                  <a:moveTo>
                    <a:pt x="6163056" y="85820"/>
                  </a:moveTo>
                  <a:lnTo>
                    <a:pt x="25431" y="85820"/>
                  </a:lnTo>
                  <a:lnTo>
                    <a:pt x="25431" y="73152"/>
                  </a:lnTo>
                  <a:lnTo>
                    <a:pt x="6163056" y="73152"/>
                  </a:lnTo>
                  <a:lnTo>
                    <a:pt x="6163056" y="85820"/>
                  </a:lnTo>
                  <a:close/>
                </a:path>
                <a:path w="6188709" h="99060">
                  <a:moveTo>
                    <a:pt x="6188392" y="85820"/>
                  </a:moveTo>
                  <a:lnTo>
                    <a:pt x="6175724" y="85820"/>
                  </a:lnTo>
                  <a:lnTo>
                    <a:pt x="6175724" y="73152"/>
                  </a:lnTo>
                  <a:lnTo>
                    <a:pt x="6188392" y="73152"/>
                  </a:lnTo>
                  <a:lnTo>
                    <a:pt x="6188392" y="85820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89636" y="4047248"/>
              <a:ext cx="6279515" cy="1086485"/>
            </a:xfrm>
            <a:custGeom>
              <a:avLst/>
              <a:gdLst/>
              <a:ahLst/>
              <a:cxnLst/>
              <a:rect l="l" t="t" r="r" b="b"/>
              <a:pathLst>
                <a:path w="6279515" h="1086485">
                  <a:moveTo>
                    <a:pt x="6279058" y="4927"/>
                  </a:moveTo>
                  <a:lnTo>
                    <a:pt x="6274206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1080414"/>
                  </a:lnTo>
                  <a:lnTo>
                    <a:pt x="5613" y="1086104"/>
                  </a:lnTo>
                  <a:lnTo>
                    <a:pt x="6274117" y="1086104"/>
                  </a:lnTo>
                  <a:lnTo>
                    <a:pt x="6279058" y="1081189"/>
                  </a:lnTo>
                  <a:lnTo>
                    <a:pt x="6279058" y="1073365"/>
                  </a:lnTo>
                  <a:lnTo>
                    <a:pt x="6279058" y="1060704"/>
                  </a:lnTo>
                  <a:lnTo>
                    <a:pt x="6279058" y="25425"/>
                  </a:lnTo>
                  <a:lnTo>
                    <a:pt x="6279058" y="12661"/>
                  </a:lnTo>
                  <a:lnTo>
                    <a:pt x="6279058" y="4927"/>
                  </a:lnTo>
                  <a:close/>
                </a:path>
              </a:pathLst>
            </a:custGeom>
            <a:solidFill>
              <a:srgbClr val="1B5D2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26795" y="2135293"/>
            <a:ext cx="5477079" cy="123880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065" marR="5080" indent="-635" algn="ctr">
              <a:lnSpc>
                <a:spcPts val="4730"/>
              </a:lnSpc>
              <a:spcBef>
                <a:spcPts val="259"/>
              </a:spcBef>
            </a:pPr>
            <a:r>
              <a:rPr lang="en-IN" sz="44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</a:t>
            </a:r>
            <a:r>
              <a:rPr lang="en-IN" sz="4400" b="1" spc="-9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2722" y="4266310"/>
            <a:ext cx="75057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88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15+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01315" y="4412424"/>
            <a:ext cx="14109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r>
              <a:rPr sz="2400" spc="-1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89636" y="5327408"/>
            <a:ext cx="5477079" cy="1086485"/>
          </a:xfrm>
          <a:custGeom>
            <a:avLst/>
            <a:gdLst/>
            <a:ahLst/>
            <a:cxnLst/>
            <a:rect l="l" t="t" r="r" b="b"/>
            <a:pathLst>
              <a:path w="6279515" h="1086485">
                <a:moveTo>
                  <a:pt x="6279058" y="4927"/>
                </a:moveTo>
                <a:lnTo>
                  <a:pt x="6274206" y="0"/>
                </a:lnTo>
                <a:lnTo>
                  <a:pt x="5715" y="0"/>
                </a:lnTo>
                <a:lnTo>
                  <a:pt x="0" y="5715"/>
                </a:lnTo>
                <a:lnTo>
                  <a:pt x="0" y="1080414"/>
                </a:lnTo>
                <a:lnTo>
                  <a:pt x="5613" y="1086104"/>
                </a:lnTo>
                <a:lnTo>
                  <a:pt x="6274117" y="1086104"/>
                </a:lnTo>
                <a:lnTo>
                  <a:pt x="6279058" y="1081189"/>
                </a:lnTo>
                <a:lnTo>
                  <a:pt x="6279058" y="1073365"/>
                </a:lnTo>
                <a:lnTo>
                  <a:pt x="6279058" y="1060704"/>
                </a:lnTo>
                <a:lnTo>
                  <a:pt x="6279058" y="25425"/>
                </a:lnTo>
                <a:lnTo>
                  <a:pt x="6279058" y="12661"/>
                </a:lnTo>
                <a:lnTo>
                  <a:pt x="6279058" y="4927"/>
                </a:lnTo>
                <a:close/>
              </a:path>
            </a:pathLst>
          </a:custGeom>
          <a:solidFill>
            <a:srgbClr val="1B5D20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9387" y="5546470"/>
            <a:ext cx="29781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49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01315" y="5692584"/>
            <a:ext cx="88011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9636" y="6607567"/>
            <a:ext cx="5477079" cy="1086485"/>
          </a:xfrm>
          <a:custGeom>
            <a:avLst/>
            <a:gdLst/>
            <a:ahLst/>
            <a:cxnLst/>
            <a:rect l="l" t="t" r="r" b="b"/>
            <a:pathLst>
              <a:path w="6279515" h="1086484">
                <a:moveTo>
                  <a:pt x="6279058" y="4927"/>
                </a:moveTo>
                <a:lnTo>
                  <a:pt x="6274206" y="0"/>
                </a:lnTo>
                <a:lnTo>
                  <a:pt x="5715" y="0"/>
                </a:lnTo>
                <a:lnTo>
                  <a:pt x="0" y="5715"/>
                </a:lnTo>
                <a:lnTo>
                  <a:pt x="0" y="1080414"/>
                </a:lnTo>
                <a:lnTo>
                  <a:pt x="5613" y="1086104"/>
                </a:lnTo>
                <a:lnTo>
                  <a:pt x="6274117" y="1086104"/>
                </a:lnTo>
                <a:lnTo>
                  <a:pt x="6279058" y="1081189"/>
                </a:lnTo>
                <a:lnTo>
                  <a:pt x="6279058" y="1073365"/>
                </a:lnTo>
                <a:lnTo>
                  <a:pt x="6279058" y="1060704"/>
                </a:lnTo>
                <a:lnTo>
                  <a:pt x="6279058" y="25425"/>
                </a:lnTo>
                <a:lnTo>
                  <a:pt x="6279058" y="12661"/>
                </a:lnTo>
                <a:lnTo>
                  <a:pt x="6279058" y="4927"/>
                </a:lnTo>
                <a:close/>
              </a:path>
            </a:pathLst>
          </a:custGeom>
          <a:solidFill>
            <a:srgbClr val="1B5D20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9387" y="6826630"/>
            <a:ext cx="29781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49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01315" y="6972744"/>
            <a:ext cx="150876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2400" spc="-1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9636" y="7887728"/>
            <a:ext cx="5477079" cy="1086485"/>
          </a:xfrm>
          <a:custGeom>
            <a:avLst/>
            <a:gdLst/>
            <a:ahLst/>
            <a:cxnLst/>
            <a:rect l="l" t="t" r="r" b="b"/>
            <a:pathLst>
              <a:path w="6279515" h="1086484">
                <a:moveTo>
                  <a:pt x="6279058" y="4927"/>
                </a:moveTo>
                <a:lnTo>
                  <a:pt x="6274206" y="0"/>
                </a:lnTo>
                <a:lnTo>
                  <a:pt x="5715" y="0"/>
                </a:lnTo>
                <a:lnTo>
                  <a:pt x="0" y="5715"/>
                </a:lnTo>
                <a:lnTo>
                  <a:pt x="0" y="1080414"/>
                </a:lnTo>
                <a:lnTo>
                  <a:pt x="5613" y="1086104"/>
                </a:lnTo>
                <a:lnTo>
                  <a:pt x="6274117" y="1086104"/>
                </a:lnTo>
                <a:lnTo>
                  <a:pt x="6279058" y="1081189"/>
                </a:lnTo>
                <a:lnTo>
                  <a:pt x="6279058" y="1073365"/>
                </a:lnTo>
                <a:lnTo>
                  <a:pt x="6279058" y="1060704"/>
                </a:lnTo>
                <a:lnTo>
                  <a:pt x="6279058" y="25425"/>
                </a:lnTo>
                <a:lnTo>
                  <a:pt x="6279058" y="12661"/>
                </a:lnTo>
                <a:lnTo>
                  <a:pt x="6279058" y="4927"/>
                </a:lnTo>
                <a:close/>
              </a:path>
            </a:pathLst>
          </a:custGeom>
          <a:solidFill>
            <a:srgbClr val="1B5D20"/>
          </a:solidFill>
        </p:spPr>
        <p:txBody>
          <a:bodyPr wrap="square" lIns="0" tIns="0" rIns="0" bIns="0" rtlCol="0"/>
          <a:lstStyle/>
          <a:p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59387" y="8106790"/>
            <a:ext cx="29781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49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401315" y="8252904"/>
            <a:ext cx="125984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Carousels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485382" y="389639"/>
            <a:ext cx="5237480" cy="3408679"/>
            <a:chOff x="7485382" y="389639"/>
            <a:chExt cx="5237480" cy="3408679"/>
          </a:xfrm>
        </p:grpSpPr>
        <p:sp>
          <p:nvSpPr>
            <p:cNvPr id="21" name="object 21"/>
            <p:cNvSpPr/>
            <p:nvPr/>
          </p:nvSpPr>
          <p:spPr>
            <a:xfrm>
              <a:off x="7521956" y="389648"/>
              <a:ext cx="135255" cy="666115"/>
            </a:xfrm>
            <a:custGeom>
              <a:avLst/>
              <a:gdLst/>
              <a:ahLst/>
              <a:cxnLst/>
              <a:rect l="l" t="t" r="r" b="b"/>
              <a:pathLst>
                <a:path w="135254" h="666115">
                  <a:moveTo>
                    <a:pt x="135128" y="5715"/>
                  </a:moveTo>
                  <a:lnTo>
                    <a:pt x="129438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659790"/>
                  </a:lnTo>
                  <a:lnTo>
                    <a:pt x="5715" y="665619"/>
                  </a:lnTo>
                  <a:lnTo>
                    <a:pt x="129247" y="665619"/>
                  </a:lnTo>
                  <a:lnTo>
                    <a:pt x="135128" y="659790"/>
                  </a:lnTo>
                  <a:lnTo>
                    <a:pt x="135128" y="652741"/>
                  </a:lnTo>
                  <a:lnTo>
                    <a:pt x="135064" y="640080"/>
                  </a:lnTo>
                  <a:lnTo>
                    <a:pt x="135128" y="25425"/>
                  </a:lnTo>
                  <a:lnTo>
                    <a:pt x="135064" y="12661"/>
                  </a:lnTo>
                  <a:lnTo>
                    <a:pt x="135128" y="5715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485383" y="1176022"/>
              <a:ext cx="5235575" cy="2622550"/>
            </a:xfrm>
            <a:custGeom>
              <a:avLst/>
              <a:gdLst/>
              <a:ahLst/>
              <a:cxnLst/>
              <a:rect l="l" t="t" r="r" b="b"/>
              <a:pathLst>
                <a:path w="5235575" h="2622550">
                  <a:moveTo>
                    <a:pt x="5231702" y="2622299"/>
                  </a:moveTo>
                  <a:lnTo>
                    <a:pt x="5619" y="2622299"/>
                  </a:lnTo>
                  <a:lnTo>
                    <a:pt x="0" y="2616612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7" y="0"/>
                  </a:lnTo>
                  <a:lnTo>
                    <a:pt x="5235097" y="3356"/>
                  </a:lnTo>
                  <a:lnTo>
                    <a:pt x="5235097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96896"/>
                  </a:lnTo>
                  <a:lnTo>
                    <a:pt x="12668" y="2596896"/>
                  </a:lnTo>
                  <a:lnTo>
                    <a:pt x="12668" y="2609564"/>
                  </a:lnTo>
                  <a:lnTo>
                    <a:pt x="5235097" y="2609564"/>
                  </a:lnTo>
                  <a:lnTo>
                    <a:pt x="5235097" y="2618920"/>
                  </a:lnTo>
                  <a:lnTo>
                    <a:pt x="5231702" y="2622299"/>
                  </a:lnTo>
                  <a:close/>
                </a:path>
                <a:path w="5235575" h="2622550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5575" h="2622550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5575" h="2622550">
                  <a:moveTo>
                    <a:pt x="5224748" y="2609564"/>
                  </a:moveTo>
                  <a:lnTo>
                    <a:pt x="5212080" y="2609564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5097" y="25431"/>
                  </a:lnTo>
                  <a:lnTo>
                    <a:pt x="5235097" y="2596896"/>
                  </a:lnTo>
                  <a:lnTo>
                    <a:pt x="5224748" y="2596896"/>
                  </a:lnTo>
                  <a:lnTo>
                    <a:pt x="5224748" y="2609564"/>
                  </a:lnTo>
                  <a:close/>
                </a:path>
                <a:path w="5235575" h="2622550">
                  <a:moveTo>
                    <a:pt x="5235097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5097" y="12668"/>
                  </a:lnTo>
                  <a:lnTo>
                    <a:pt x="5235097" y="25431"/>
                  </a:lnTo>
                  <a:close/>
                </a:path>
                <a:path w="5235575" h="2622550">
                  <a:moveTo>
                    <a:pt x="25431" y="2609564"/>
                  </a:moveTo>
                  <a:lnTo>
                    <a:pt x="12668" y="2609564"/>
                  </a:lnTo>
                  <a:lnTo>
                    <a:pt x="12668" y="2596896"/>
                  </a:lnTo>
                  <a:lnTo>
                    <a:pt x="25431" y="2596896"/>
                  </a:lnTo>
                  <a:lnTo>
                    <a:pt x="25431" y="2609564"/>
                  </a:lnTo>
                  <a:close/>
                </a:path>
                <a:path w="5235575" h="2622550">
                  <a:moveTo>
                    <a:pt x="5212080" y="2609564"/>
                  </a:moveTo>
                  <a:lnTo>
                    <a:pt x="25431" y="2609564"/>
                  </a:lnTo>
                  <a:lnTo>
                    <a:pt x="25431" y="2596896"/>
                  </a:lnTo>
                  <a:lnTo>
                    <a:pt x="5212080" y="2596896"/>
                  </a:lnTo>
                  <a:lnTo>
                    <a:pt x="5212080" y="2609564"/>
                  </a:lnTo>
                  <a:close/>
                </a:path>
                <a:path w="5235575" h="2622550">
                  <a:moveTo>
                    <a:pt x="5235097" y="2609564"/>
                  </a:moveTo>
                  <a:lnTo>
                    <a:pt x="5224748" y="2609564"/>
                  </a:lnTo>
                  <a:lnTo>
                    <a:pt x="5224748" y="2596896"/>
                  </a:lnTo>
                  <a:lnTo>
                    <a:pt x="5235097" y="2596896"/>
                  </a:lnTo>
                  <a:lnTo>
                    <a:pt x="5235097" y="260956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7485380" y="1176032"/>
              <a:ext cx="5237480" cy="99060"/>
            </a:xfrm>
            <a:custGeom>
              <a:avLst/>
              <a:gdLst/>
              <a:ahLst/>
              <a:cxnLst/>
              <a:rect l="l" t="t" r="r" b="b"/>
              <a:pathLst>
                <a:path w="5237480" h="99059">
                  <a:moveTo>
                    <a:pt x="5237416" y="5715"/>
                  </a:moveTo>
                  <a:lnTo>
                    <a:pt x="523179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92862"/>
                  </a:lnTo>
                  <a:lnTo>
                    <a:pt x="5715" y="98552"/>
                  </a:lnTo>
                  <a:lnTo>
                    <a:pt x="5231600" y="98552"/>
                  </a:lnTo>
                  <a:lnTo>
                    <a:pt x="5237416" y="92862"/>
                  </a:lnTo>
                  <a:lnTo>
                    <a:pt x="5237416" y="85813"/>
                  </a:lnTo>
                  <a:lnTo>
                    <a:pt x="5237416" y="73152"/>
                  </a:lnTo>
                  <a:lnTo>
                    <a:pt x="5237416" y="25425"/>
                  </a:lnTo>
                  <a:lnTo>
                    <a:pt x="5237416" y="12661"/>
                  </a:lnTo>
                  <a:lnTo>
                    <a:pt x="5237416" y="571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7741411" y="519842"/>
            <a:ext cx="347281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sz="2400" b="1" spc="-1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7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  <a:r>
              <a:rPr sz="2400" b="1" spc="-10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30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400" b="1" spc="-1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6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Themes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68259" y="1435100"/>
            <a:ext cx="4450080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sz="2000" b="1" spc="-6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6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400" b="1" spc="-6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2400" b="1" spc="-8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</a:t>
            </a:r>
            <a:r>
              <a:rPr sz="2400" b="1" spc="-8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Reel</a:t>
            </a:r>
            <a:r>
              <a:rPr sz="2400" b="1" spc="-8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14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2400" b="1" u="heavy" spc="-114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REEL</a:t>
            </a:r>
            <a:r>
              <a:rPr sz="2400" b="1" u="heavy" spc="-8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 </a:t>
            </a:r>
            <a:r>
              <a:rPr sz="2400" b="1" u="heavy" spc="-1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LINK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668259" y="2754693"/>
            <a:ext cx="4810125" cy="5416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175"/>
              </a:spcBef>
            </a:pP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spc="-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</a:t>
            </a:r>
            <a:r>
              <a:rPr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upbeat</a:t>
            </a:r>
            <a:r>
              <a:rPr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music. </a:t>
            </a:r>
            <a:r>
              <a:rPr spc="-23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15s.</a:t>
            </a:r>
            <a:r>
              <a:rPr spc="-13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Hook:</a:t>
            </a:r>
            <a:r>
              <a:rPr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'Meet</a:t>
            </a:r>
            <a:r>
              <a:rPr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5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healthy</a:t>
            </a:r>
            <a:r>
              <a:rPr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obsession'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971781" y="1176022"/>
            <a:ext cx="5237480" cy="2622550"/>
            <a:chOff x="12971781" y="1176022"/>
            <a:chExt cx="5237480" cy="2622550"/>
          </a:xfrm>
        </p:grpSpPr>
        <p:sp>
          <p:nvSpPr>
            <p:cNvPr id="28" name="object 28"/>
            <p:cNvSpPr/>
            <p:nvPr/>
          </p:nvSpPr>
          <p:spPr>
            <a:xfrm>
              <a:off x="12971783" y="1176022"/>
              <a:ext cx="5235575" cy="2622550"/>
            </a:xfrm>
            <a:custGeom>
              <a:avLst/>
              <a:gdLst/>
              <a:ahLst/>
              <a:cxnLst/>
              <a:rect l="l" t="t" r="r" b="b"/>
              <a:pathLst>
                <a:path w="5235575" h="2622550">
                  <a:moveTo>
                    <a:pt x="5231702" y="2622299"/>
                  </a:moveTo>
                  <a:lnTo>
                    <a:pt x="5619" y="2622299"/>
                  </a:lnTo>
                  <a:lnTo>
                    <a:pt x="0" y="2616612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7" y="0"/>
                  </a:lnTo>
                  <a:lnTo>
                    <a:pt x="5235097" y="3356"/>
                  </a:lnTo>
                  <a:lnTo>
                    <a:pt x="5235097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96896"/>
                  </a:lnTo>
                  <a:lnTo>
                    <a:pt x="12668" y="2596896"/>
                  </a:lnTo>
                  <a:lnTo>
                    <a:pt x="12668" y="2609564"/>
                  </a:lnTo>
                  <a:lnTo>
                    <a:pt x="5235097" y="2609564"/>
                  </a:lnTo>
                  <a:lnTo>
                    <a:pt x="5235097" y="2618920"/>
                  </a:lnTo>
                  <a:lnTo>
                    <a:pt x="5231702" y="2622299"/>
                  </a:lnTo>
                  <a:close/>
                </a:path>
                <a:path w="5235575" h="2622550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5575" h="2622550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5575" h="2622550">
                  <a:moveTo>
                    <a:pt x="5224748" y="2609564"/>
                  </a:moveTo>
                  <a:lnTo>
                    <a:pt x="5212080" y="2609564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5097" y="25431"/>
                  </a:lnTo>
                  <a:lnTo>
                    <a:pt x="5235097" y="2596896"/>
                  </a:lnTo>
                  <a:lnTo>
                    <a:pt x="5224748" y="2596896"/>
                  </a:lnTo>
                  <a:lnTo>
                    <a:pt x="5224748" y="2609564"/>
                  </a:lnTo>
                  <a:close/>
                </a:path>
                <a:path w="5235575" h="2622550">
                  <a:moveTo>
                    <a:pt x="5235097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5097" y="12668"/>
                  </a:lnTo>
                  <a:lnTo>
                    <a:pt x="5235097" y="25431"/>
                  </a:lnTo>
                  <a:close/>
                </a:path>
                <a:path w="5235575" h="2622550">
                  <a:moveTo>
                    <a:pt x="25431" y="2609564"/>
                  </a:moveTo>
                  <a:lnTo>
                    <a:pt x="12668" y="2609564"/>
                  </a:lnTo>
                  <a:lnTo>
                    <a:pt x="12668" y="2596896"/>
                  </a:lnTo>
                  <a:lnTo>
                    <a:pt x="25431" y="2596896"/>
                  </a:lnTo>
                  <a:lnTo>
                    <a:pt x="25431" y="2609564"/>
                  </a:lnTo>
                  <a:close/>
                </a:path>
                <a:path w="5235575" h="2622550">
                  <a:moveTo>
                    <a:pt x="5212080" y="2609564"/>
                  </a:moveTo>
                  <a:lnTo>
                    <a:pt x="25431" y="2609564"/>
                  </a:lnTo>
                  <a:lnTo>
                    <a:pt x="25431" y="2596896"/>
                  </a:lnTo>
                  <a:lnTo>
                    <a:pt x="5212080" y="2596896"/>
                  </a:lnTo>
                  <a:lnTo>
                    <a:pt x="5212080" y="2609564"/>
                  </a:lnTo>
                  <a:close/>
                </a:path>
                <a:path w="5235575" h="2622550">
                  <a:moveTo>
                    <a:pt x="5235097" y="2609564"/>
                  </a:moveTo>
                  <a:lnTo>
                    <a:pt x="5224748" y="2609564"/>
                  </a:lnTo>
                  <a:lnTo>
                    <a:pt x="5224748" y="2596896"/>
                  </a:lnTo>
                  <a:lnTo>
                    <a:pt x="5235097" y="2596896"/>
                  </a:lnTo>
                  <a:lnTo>
                    <a:pt x="5235097" y="260956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2971780" y="1176032"/>
              <a:ext cx="5237480" cy="99060"/>
            </a:xfrm>
            <a:custGeom>
              <a:avLst/>
              <a:gdLst/>
              <a:ahLst/>
              <a:cxnLst/>
              <a:rect l="l" t="t" r="r" b="b"/>
              <a:pathLst>
                <a:path w="5237480" h="99059">
                  <a:moveTo>
                    <a:pt x="5237416" y="5715"/>
                  </a:moveTo>
                  <a:lnTo>
                    <a:pt x="523179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92862"/>
                  </a:lnTo>
                  <a:lnTo>
                    <a:pt x="5715" y="98552"/>
                  </a:lnTo>
                  <a:lnTo>
                    <a:pt x="5231600" y="98552"/>
                  </a:lnTo>
                  <a:lnTo>
                    <a:pt x="5237416" y="92862"/>
                  </a:lnTo>
                  <a:lnTo>
                    <a:pt x="5237416" y="85813"/>
                  </a:lnTo>
                  <a:lnTo>
                    <a:pt x="5237416" y="73152"/>
                  </a:lnTo>
                  <a:lnTo>
                    <a:pt x="5237416" y="25425"/>
                  </a:lnTo>
                  <a:lnTo>
                    <a:pt x="5237416" y="12661"/>
                  </a:lnTo>
                  <a:lnTo>
                    <a:pt x="5237416" y="571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3154659" y="1435100"/>
            <a:ext cx="4291965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0"/>
              </a:spcBef>
            </a:pPr>
            <a:r>
              <a:rPr sz="2000" b="1"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  <a:r>
              <a:rPr sz="2000" b="1" spc="-6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400" b="1" spc="-8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Cold-</a:t>
            </a:r>
            <a:r>
              <a:rPr sz="2400" b="1" spc="-1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r>
              <a:rPr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14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r>
              <a:rPr sz="2400" b="1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u="heavy" spc="-6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REEL</a:t>
            </a:r>
            <a:r>
              <a:rPr sz="2400" b="1" u="heavy" spc="-9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 </a:t>
            </a:r>
            <a:r>
              <a:rPr sz="2400" b="1" u="heavy" spc="-1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LINK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3154659" y="2754693"/>
            <a:ext cx="4781550" cy="5416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175"/>
              </a:spcBef>
            </a:pPr>
            <a:r>
              <a:rPr spc="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Behind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scenes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pc="-1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6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pc="-1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made.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</a:t>
            </a:r>
            <a:r>
              <a:rPr spc="-7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</a:t>
            </a:r>
            <a:r>
              <a:rPr spc="-7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pc="-7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spc="-7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credibility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7485382" y="4065526"/>
            <a:ext cx="5237480" cy="2622550"/>
            <a:chOff x="7485382" y="4065526"/>
            <a:chExt cx="5237480" cy="2622550"/>
          </a:xfrm>
        </p:grpSpPr>
        <p:sp>
          <p:nvSpPr>
            <p:cNvPr id="33" name="object 33"/>
            <p:cNvSpPr/>
            <p:nvPr/>
          </p:nvSpPr>
          <p:spPr>
            <a:xfrm>
              <a:off x="7485383" y="4065526"/>
              <a:ext cx="5235575" cy="2622550"/>
            </a:xfrm>
            <a:custGeom>
              <a:avLst/>
              <a:gdLst/>
              <a:ahLst/>
              <a:cxnLst/>
              <a:rect l="l" t="t" r="r" b="b"/>
              <a:pathLst>
                <a:path w="5235575" h="2622550">
                  <a:moveTo>
                    <a:pt x="5231702" y="2622299"/>
                  </a:moveTo>
                  <a:lnTo>
                    <a:pt x="5619" y="2622299"/>
                  </a:lnTo>
                  <a:lnTo>
                    <a:pt x="0" y="2616613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7" y="0"/>
                  </a:lnTo>
                  <a:lnTo>
                    <a:pt x="5235097" y="3356"/>
                  </a:lnTo>
                  <a:lnTo>
                    <a:pt x="5235097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96896"/>
                  </a:lnTo>
                  <a:lnTo>
                    <a:pt x="12668" y="2596896"/>
                  </a:lnTo>
                  <a:lnTo>
                    <a:pt x="12668" y="2609564"/>
                  </a:lnTo>
                  <a:lnTo>
                    <a:pt x="5235097" y="2609564"/>
                  </a:lnTo>
                  <a:lnTo>
                    <a:pt x="5235097" y="2618920"/>
                  </a:lnTo>
                  <a:lnTo>
                    <a:pt x="5231702" y="2622299"/>
                  </a:lnTo>
                  <a:close/>
                </a:path>
                <a:path w="5235575" h="2622550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5575" h="2622550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5575" h="2622550">
                  <a:moveTo>
                    <a:pt x="5224748" y="2609564"/>
                  </a:moveTo>
                  <a:lnTo>
                    <a:pt x="5212080" y="2609564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5097" y="25431"/>
                  </a:lnTo>
                  <a:lnTo>
                    <a:pt x="5235097" y="2596896"/>
                  </a:lnTo>
                  <a:lnTo>
                    <a:pt x="5224748" y="2596896"/>
                  </a:lnTo>
                  <a:lnTo>
                    <a:pt x="5224748" y="2609564"/>
                  </a:lnTo>
                  <a:close/>
                </a:path>
                <a:path w="5235575" h="2622550">
                  <a:moveTo>
                    <a:pt x="5235097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5097" y="12668"/>
                  </a:lnTo>
                  <a:lnTo>
                    <a:pt x="5235097" y="25431"/>
                  </a:lnTo>
                  <a:close/>
                </a:path>
                <a:path w="5235575" h="2622550">
                  <a:moveTo>
                    <a:pt x="25431" y="2609564"/>
                  </a:moveTo>
                  <a:lnTo>
                    <a:pt x="12668" y="2609564"/>
                  </a:lnTo>
                  <a:lnTo>
                    <a:pt x="12668" y="2596896"/>
                  </a:lnTo>
                  <a:lnTo>
                    <a:pt x="25431" y="2596896"/>
                  </a:lnTo>
                  <a:lnTo>
                    <a:pt x="25431" y="2609564"/>
                  </a:lnTo>
                  <a:close/>
                </a:path>
                <a:path w="5235575" h="2622550">
                  <a:moveTo>
                    <a:pt x="5212080" y="2609564"/>
                  </a:moveTo>
                  <a:lnTo>
                    <a:pt x="25431" y="2609564"/>
                  </a:lnTo>
                  <a:lnTo>
                    <a:pt x="25431" y="2596896"/>
                  </a:lnTo>
                  <a:lnTo>
                    <a:pt x="5212080" y="2596896"/>
                  </a:lnTo>
                  <a:lnTo>
                    <a:pt x="5212080" y="2609564"/>
                  </a:lnTo>
                  <a:close/>
                </a:path>
                <a:path w="5235575" h="2622550">
                  <a:moveTo>
                    <a:pt x="5235097" y="2609564"/>
                  </a:moveTo>
                  <a:lnTo>
                    <a:pt x="5224748" y="2609564"/>
                  </a:lnTo>
                  <a:lnTo>
                    <a:pt x="5224748" y="2596896"/>
                  </a:lnTo>
                  <a:lnTo>
                    <a:pt x="5235097" y="2596896"/>
                  </a:lnTo>
                  <a:lnTo>
                    <a:pt x="5235097" y="260956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7498050" y="4078195"/>
              <a:ext cx="5212080" cy="73660"/>
            </a:xfrm>
            <a:custGeom>
              <a:avLst/>
              <a:gdLst/>
              <a:ahLst/>
              <a:cxnLst/>
              <a:rect l="l" t="t" r="r" b="b"/>
              <a:pathLst>
                <a:path w="5212080" h="73660">
                  <a:moveTo>
                    <a:pt x="5212079" y="73151"/>
                  </a:moveTo>
                  <a:lnTo>
                    <a:pt x="0" y="73151"/>
                  </a:lnTo>
                  <a:lnTo>
                    <a:pt x="0" y="0"/>
                  </a:lnTo>
                  <a:lnTo>
                    <a:pt x="5212079" y="0"/>
                  </a:lnTo>
                  <a:lnTo>
                    <a:pt x="5212079" y="73151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485382" y="4065526"/>
              <a:ext cx="5237480" cy="99060"/>
            </a:xfrm>
            <a:custGeom>
              <a:avLst/>
              <a:gdLst/>
              <a:ahLst/>
              <a:cxnLst/>
              <a:rect l="l" t="t" r="r" b="b"/>
              <a:pathLst>
                <a:path w="5237480" h="99060">
                  <a:moveTo>
                    <a:pt x="5231604" y="98555"/>
                  </a:moveTo>
                  <a:lnTo>
                    <a:pt x="5715" y="98555"/>
                  </a:lnTo>
                  <a:lnTo>
                    <a:pt x="0" y="92868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6" y="0"/>
                  </a:lnTo>
                  <a:lnTo>
                    <a:pt x="5237416" y="5715"/>
                  </a:lnTo>
                  <a:lnTo>
                    <a:pt x="5237416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73152"/>
                  </a:lnTo>
                  <a:lnTo>
                    <a:pt x="12668" y="73152"/>
                  </a:lnTo>
                  <a:lnTo>
                    <a:pt x="12668" y="85820"/>
                  </a:lnTo>
                  <a:lnTo>
                    <a:pt x="5237416" y="85820"/>
                  </a:lnTo>
                  <a:lnTo>
                    <a:pt x="5237416" y="92868"/>
                  </a:lnTo>
                  <a:lnTo>
                    <a:pt x="5231604" y="98555"/>
                  </a:lnTo>
                  <a:close/>
                </a:path>
                <a:path w="5237480" h="99060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7480" h="99060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7480" h="99060">
                  <a:moveTo>
                    <a:pt x="5224748" y="85820"/>
                  </a:moveTo>
                  <a:lnTo>
                    <a:pt x="5212080" y="85820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7416" y="25431"/>
                  </a:lnTo>
                  <a:lnTo>
                    <a:pt x="5237416" y="73152"/>
                  </a:lnTo>
                  <a:lnTo>
                    <a:pt x="5224748" y="73152"/>
                  </a:lnTo>
                  <a:lnTo>
                    <a:pt x="5224748" y="85820"/>
                  </a:lnTo>
                  <a:close/>
                </a:path>
                <a:path w="5237480" h="99060">
                  <a:moveTo>
                    <a:pt x="5237416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7416" y="12668"/>
                  </a:lnTo>
                  <a:lnTo>
                    <a:pt x="5237416" y="25431"/>
                  </a:lnTo>
                  <a:close/>
                </a:path>
                <a:path w="5237480" h="99060">
                  <a:moveTo>
                    <a:pt x="25431" y="85820"/>
                  </a:moveTo>
                  <a:lnTo>
                    <a:pt x="12668" y="85820"/>
                  </a:lnTo>
                  <a:lnTo>
                    <a:pt x="12668" y="73152"/>
                  </a:lnTo>
                  <a:lnTo>
                    <a:pt x="25431" y="73152"/>
                  </a:lnTo>
                  <a:lnTo>
                    <a:pt x="25431" y="85820"/>
                  </a:lnTo>
                  <a:close/>
                </a:path>
                <a:path w="5237480" h="99060">
                  <a:moveTo>
                    <a:pt x="5212080" y="85820"/>
                  </a:moveTo>
                  <a:lnTo>
                    <a:pt x="25431" y="85820"/>
                  </a:lnTo>
                  <a:lnTo>
                    <a:pt x="25431" y="73152"/>
                  </a:lnTo>
                  <a:lnTo>
                    <a:pt x="5212080" y="73152"/>
                  </a:lnTo>
                  <a:lnTo>
                    <a:pt x="5212080" y="85820"/>
                  </a:lnTo>
                  <a:close/>
                </a:path>
                <a:path w="5237480" h="99060">
                  <a:moveTo>
                    <a:pt x="5237416" y="85820"/>
                  </a:moveTo>
                  <a:lnTo>
                    <a:pt x="5224748" y="85820"/>
                  </a:lnTo>
                  <a:lnTo>
                    <a:pt x="5224748" y="73152"/>
                  </a:lnTo>
                  <a:lnTo>
                    <a:pt x="5237416" y="73152"/>
                  </a:lnTo>
                  <a:lnTo>
                    <a:pt x="5237416" y="85820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668259" y="4324603"/>
            <a:ext cx="3317875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0"/>
              </a:spcBef>
            </a:pPr>
            <a:r>
              <a:rPr sz="2000" b="1" spc="-1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2000" b="1" spc="-6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6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4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 </a:t>
            </a:r>
            <a:r>
              <a:rPr sz="2400" b="1" spc="-7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3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668259" y="5644197"/>
            <a:ext cx="4326255" cy="5416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175"/>
              </a:spcBef>
            </a:pPr>
            <a:r>
              <a:rPr spc="-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"Sugary</a:t>
            </a:r>
            <a:r>
              <a:rPr spc="-13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Drinks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8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FruitVita"</a:t>
            </a:r>
            <a:r>
              <a:rPr spc="-1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infographic.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</a:t>
            </a:r>
            <a:r>
              <a:rPr spc="-1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white</a:t>
            </a:r>
            <a:r>
              <a:rPr spc="-1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BG.</a:t>
            </a:r>
            <a:r>
              <a:rPr spc="-1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6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spc="-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</a:t>
            </a:r>
            <a:r>
              <a:rPr spc="-1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2971781" y="4065526"/>
            <a:ext cx="5237480" cy="2622550"/>
            <a:chOff x="12971781" y="4065526"/>
            <a:chExt cx="5237480" cy="2622550"/>
          </a:xfrm>
        </p:grpSpPr>
        <p:sp>
          <p:nvSpPr>
            <p:cNvPr id="39" name="object 39"/>
            <p:cNvSpPr/>
            <p:nvPr/>
          </p:nvSpPr>
          <p:spPr>
            <a:xfrm>
              <a:off x="12971783" y="4065526"/>
              <a:ext cx="5235575" cy="2622550"/>
            </a:xfrm>
            <a:custGeom>
              <a:avLst/>
              <a:gdLst/>
              <a:ahLst/>
              <a:cxnLst/>
              <a:rect l="l" t="t" r="r" b="b"/>
              <a:pathLst>
                <a:path w="5235575" h="2622550">
                  <a:moveTo>
                    <a:pt x="5231702" y="2622299"/>
                  </a:moveTo>
                  <a:lnTo>
                    <a:pt x="5619" y="2622299"/>
                  </a:lnTo>
                  <a:lnTo>
                    <a:pt x="0" y="2616613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7" y="0"/>
                  </a:lnTo>
                  <a:lnTo>
                    <a:pt x="5235097" y="3356"/>
                  </a:lnTo>
                  <a:lnTo>
                    <a:pt x="5235097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96896"/>
                  </a:lnTo>
                  <a:lnTo>
                    <a:pt x="12668" y="2596896"/>
                  </a:lnTo>
                  <a:lnTo>
                    <a:pt x="12668" y="2609564"/>
                  </a:lnTo>
                  <a:lnTo>
                    <a:pt x="5235097" y="2609564"/>
                  </a:lnTo>
                  <a:lnTo>
                    <a:pt x="5235097" y="2618920"/>
                  </a:lnTo>
                  <a:lnTo>
                    <a:pt x="5231702" y="2622299"/>
                  </a:lnTo>
                  <a:close/>
                </a:path>
                <a:path w="5235575" h="2622550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5575" h="2622550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5575" h="2622550">
                  <a:moveTo>
                    <a:pt x="5224748" y="2609564"/>
                  </a:moveTo>
                  <a:lnTo>
                    <a:pt x="5212080" y="2609564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5097" y="25431"/>
                  </a:lnTo>
                  <a:lnTo>
                    <a:pt x="5235097" y="2596896"/>
                  </a:lnTo>
                  <a:lnTo>
                    <a:pt x="5224748" y="2596896"/>
                  </a:lnTo>
                  <a:lnTo>
                    <a:pt x="5224748" y="2609564"/>
                  </a:lnTo>
                  <a:close/>
                </a:path>
                <a:path w="5235575" h="2622550">
                  <a:moveTo>
                    <a:pt x="5235097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5097" y="12668"/>
                  </a:lnTo>
                  <a:lnTo>
                    <a:pt x="5235097" y="25431"/>
                  </a:lnTo>
                  <a:close/>
                </a:path>
                <a:path w="5235575" h="2622550">
                  <a:moveTo>
                    <a:pt x="25431" y="2609564"/>
                  </a:moveTo>
                  <a:lnTo>
                    <a:pt x="12668" y="2609564"/>
                  </a:lnTo>
                  <a:lnTo>
                    <a:pt x="12668" y="2596896"/>
                  </a:lnTo>
                  <a:lnTo>
                    <a:pt x="25431" y="2596896"/>
                  </a:lnTo>
                  <a:lnTo>
                    <a:pt x="25431" y="2609564"/>
                  </a:lnTo>
                  <a:close/>
                </a:path>
                <a:path w="5235575" h="2622550">
                  <a:moveTo>
                    <a:pt x="5212080" y="2609564"/>
                  </a:moveTo>
                  <a:lnTo>
                    <a:pt x="25431" y="2609564"/>
                  </a:lnTo>
                  <a:lnTo>
                    <a:pt x="25431" y="2596896"/>
                  </a:lnTo>
                  <a:lnTo>
                    <a:pt x="5212080" y="2596896"/>
                  </a:lnTo>
                  <a:lnTo>
                    <a:pt x="5212080" y="2609564"/>
                  </a:lnTo>
                  <a:close/>
                </a:path>
                <a:path w="5235575" h="2622550">
                  <a:moveTo>
                    <a:pt x="5235097" y="2609564"/>
                  </a:moveTo>
                  <a:lnTo>
                    <a:pt x="5224748" y="2609564"/>
                  </a:lnTo>
                  <a:lnTo>
                    <a:pt x="5224748" y="2596896"/>
                  </a:lnTo>
                  <a:lnTo>
                    <a:pt x="5235097" y="2596896"/>
                  </a:lnTo>
                  <a:lnTo>
                    <a:pt x="5235097" y="260956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12984450" y="4078195"/>
              <a:ext cx="5212080" cy="73660"/>
            </a:xfrm>
            <a:custGeom>
              <a:avLst/>
              <a:gdLst/>
              <a:ahLst/>
              <a:cxnLst/>
              <a:rect l="l" t="t" r="r" b="b"/>
              <a:pathLst>
                <a:path w="5212080" h="73660">
                  <a:moveTo>
                    <a:pt x="5212079" y="73151"/>
                  </a:moveTo>
                  <a:lnTo>
                    <a:pt x="0" y="73151"/>
                  </a:lnTo>
                  <a:lnTo>
                    <a:pt x="0" y="0"/>
                  </a:lnTo>
                  <a:lnTo>
                    <a:pt x="5212079" y="0"/>
                  </a:lnTo>
                  <a:lnTo>
                    <a:pt x="5212079" y="73151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12971781" y="4065526"/>
              <a:ext cx="5237480" cy="99060"/>
            </a:xfrm>
            <a:custGeom>
              <a:avLst/>
              <a:gdLst/>
              <a:ahLst/>
              <a:cxnLst/>
              <a:rect l="l" t="t" r="r" b="b"/>
              <a:pathLst>
                <a:path w="5237480" h="99060">
                  <a:moveTo>
                    <a:pt x="5231605" y="98555"/>
                  </a:moveTo>
                  <a:lnTo>
                    <a:pt x="5715" y="98555"/>
                  </a:lnTo>
                  <a:lnTo>
                    <a:pt x="0" y="92868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6" y="0"/>
                  </a:lnTo>
                  <a:lnTo>
                    <a:pt x="5237416" y="5715"/>
                  </a:lnTo>
                  <a:lnTo>
                    <a:pt x="5237416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73152"/>
                  </a:lnTo>
                  <a:lnTo>
                    <a:pt x="12668" y="73152"/>
                  </a:lnTo>
                  <a:lnTo>
                    <a:pt x="12668" y="85820"/>
                  </a:lnTo>
                  <a:lnTo>
                    <a:pt x="5237416" y="85820"/>
                  </a:lnTo>
                  <a:lnTo>
                    <a:pt x="5237416" y="92868"/>
                  </a:lnTo>
                  <a:lnTo>
                    <a:pt x="5231605" y="98555"/>
                  </a:lnTo>
                  <a:close/>
                </a:path>
                <a:path w="5237480" h="99060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7480" h="99060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7480" h="99060">
                  <a:moveTo>
                    <a:pt x="5224748" y="85820"/>
                  </a:moveTo>
                  <a:lnTo>
                    <a:pt x="5212080" y="85820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7416" y="25431"/>
                  </a:lnTo>
                  <a:lnTo>
                    <a:pt x="5237416" y="73152"/>
                  </a:lnTo>
                  <a:lnTo>
                    <a:pt x="5224748" y="73152"/>
                  </a:lnTo>
                  <a:lnTo>
                    <a:pt x="5224748" y="85820"/>
                  </a:lnTo>
                  <a:close/>
                </a:path>
                <a:path w="5237480" h="99060">
                  <a:moveTo>
                    <a:pt x="5237416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7416" y="12668"/>
                  </a:lnTo>
                  <a:lnTo>
                    <a:pt x="5237416" y="25431"/>
                  </a:lnTo>
                  <a:close/>
                </a:path>
                <a:path w="5237480" h="99060">
                  <a:moveTo>
                    <a:pt x="25431" y="85820"/>
                  </a:moveTo>
                  <a:lnTo>
                    <a:pt x="12668" y="85820"/>
                  </a:lnTo>
                  <a:lnTo>
                    <a:pt x="12668" y="73152"/>
                  </a:lnTo>
                  <a:lnTo>
                    <a:pt x="25431" y="73152"/>
                  </a:lnTo>
                  <a:lnTo>
                    <a:pt x="25431" y="85820"/>
                  </a:lnTo>
                  <a:close/>
                </a:path>
                <a:path w="5237480" h="99060">
                  <a:moveTo>
                    <a:pt x="5212080" y="85820"/>
                  </a:moveTo>
                  <a:lnTo>
                    <a:pt x="25431" y="85820"/>
                  </a:lnTo>
                  <a:lnTo>
                    <a:pt x="25431" y="73152"/>
                  </a:lnTo>
                  <a:lnTo>
                    <a:pt x="5212080" y="73152"/>
                  </a:lnTo>
                  <a:lnTo>
                    <a:pt x="5212080" y="85820"/>
                  </a:lnTo>
                  <a:close/>
                </a:path>
                <a:path w="5237480" h="99060">
                  <a:moveTo>
                    <a:pt x="5237416" y="85820"/>
                  </a:moveTo>
                  <a:lnTo>
                    <a:pt x="5224748" y="85820"/>
                  </a:lnTo>
                  <a:lnTo>
                    <a:pt x="5224748" y="73152"/>
                  </a:lnTo>
                  <a:lnTo>
                    <a:pt x="5237416" y="73152"/>
                  </a:lnTo>
                  <a:lnTo>
                    <a:pt x="5237416" y="85820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3154659" y="4324603"/>
            <a:ext cx="2440940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0"/>
              </a:spcBef>
            </a:pPr>
            <a:r>
              <a:rPr sz="2000" b="1" spc="-1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sz="2000" b="1" spc="-6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Flavour</a:t>
            </a:r>
            <a:r>
              <a:rPr sz="2400" b="1" spc="-7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Spotlight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154659" y="5644197"/>
            <a:ext cx="4472305" cy="5416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175"/>
              </a:spcBef>
            </a:pPr>
            <a:r>
              <a:rPr spc="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flavour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r>
              <a:rPr spc="-1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6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Mango</a:t>
            </a:r>
            <a:r>
              <a:rPr spc="-1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Mojo</a:t>
            </a:r>
            <a:r>
              <a:rPr spc="-1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hero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shot</a:t>
            </a:r>
            <a:r>
              <a:rPr spc="-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pc="-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ingredient</a:t>
            </a:r>
            <a:r>
              <a:rPr spc="-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callouts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485382" y="6955031"/>
            <a:ext cx="5237480" cy="2622550"/>
            <a:chOff x="7485382" y="6955031"/>
            <a:chExt cx="5237480" cy="2622550"/>
          </a:xfrm>
        </p:grpSpPr>
        <p:sp>
          <p:nvSpPr>
            <p:cNvPr id="45" name="object 45"/>
            <p:cNvSpPr/>
            <p:nvPr/>
          </p:nvSpPr>
          <p:spPr>
            <a:xfrm>
              <a:off x="7485383" y="6955031"/>
              <a:ext cx="5235575" cy="2622550"/>
            </a:xfrm>
            <a:custGeom>
              <a:avLst/>
              <a:gdLst/>
              <a:ahLst/>
              <a:cxnLst/>
              <a:rect l="l" t="t" r="r" b="b"/>
              <a:pathLst>
                <a:path w="5235575" h="2622550">
                  <a:moveTo>
                    <a:pt x="5231702" y="2622299"/>
                  </a:moveTo>
                  <a:lnTo>
                    <a:pt x="5619" y="2622299"/>
                  </a:lnTo>
                  <a:lnTo>
                    <a:pt x="0" y="2616613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7" y="0"/>
                  </a:lnTo>
                  <a:lnTo>
                    <a:pt x="5235097" y="3356"/>
                  </a:lnTo>
                  <a:lnTo>
                    <a:pt x="5235097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96896"/>
                  </a:lnTo>
                  <a:lnTo>
                    <a:pt x="12668" y="2596896"/>
                  </a:lnTo>
                  <a:lnTo>
                    <a:pt x="12668" y="2609564"/>
                  </a:lnTo>
                  <a:lnTo>
                    <a:pt x="5235097" y="2609564"/>
                  </a:lnTo>
                  <a:lnTo>
                    <a:pt x="5235097" y="2618920"/>
                  </a:lnTo>
                  <a:lnTo>
                    <a:pt x="5231702" y="2622299"/>
                  </a:lnTo>
                  <a:close/>
                </a:path>
                <a:path w="5235575" h="2622550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5575" h="2622550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5575" h="2622550">
                  <a:moveTo>
                    <a:pt x="5224748" y="2609564"/>
                  </a:moveTo>
                  <a:lnTo>
                    <a:pt x="5212080" y="2609564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5097" y="25431"/>
                  </a:lnTo>
                  <a:lnTo>
                    <a:pt x="5235097" y="2596896"/>
                  </a:lnTo>
                  <a:lnTo>
                    <a:pt x="5224748" y="2596896"/>
                  </a:lnTo>
                  <a:lnTo>
                    <a:pt x="5224748" y="2609564"/>
                  </a:lnTo>
                  <a:close/>
                </a:path>
                <a:path w="5235575" h="2622550">
                  <a:moveTo>
                    <a:pt x="5235097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5097" y="12668"/>
                  </a:lnTo>
                  <a:lnTo>
                    <a:pt x="5235097" y="25431"/>
                  </a:lnTo>
                  <a:close/>
                </a:path>
                <a:path w="5235575" h="2622550">
                  <a:moveTo>
                    <a:pt x="25431" y="2609564"/>
                  </a:moveTo>
                  <a:lnTo>
                    <a:pt x="12668" y="2609564"/>
                  </a:lnTo>
                  <a:lnTo>
                    <a:pt x="12668" y="2596896"/>
                  </a:lnTo>
                  <a:lnTo>
                    <a:pt x="25431" y="2596896"/>
                  </a:lnTo>
                  <a:lnTo>
                    <a:pt x="25431" y="2609564"/>
                  </a:lnTo>
                  <a:close/>
                </a:path>
                <a:path w="5235575" h="2622550">
                  <a:moveTo>
                    <a:pt x="5212080" y="2609564"/>
                  </a:moveTo>
                  <a:lnTo>
                    <a:pt x="25431" y="2609564"/>
                  </a:lnTo>
                  <a:lnTo>
                    <a:pt x="25431" y="2596896"/>
                  </a:lnTo>
                  <a:lnTo>
                    <a:pt x="5212080" y="2596896"/>
                  </a:lnTo>
                  <a:lnTo>
                    <a:pt x="5212080" y="2609564"/>
                  </a:lnTo>
                  <a:close/>
                </a:path>
                <a:path w="5235575" h="2622550">
                  <a:moveTo>
                    <a:pt x="5235097" y="2609564"/>
                  </a:moveTo>
                  <a:lnTo>
                    <a:pt x="5224748" y="2609564"/>
                  </a:lnTo>
                  <a:lnTo>
                    <a:pt x="5224748" y="2596896"/>
                  </a:lnTo>
                  <a:lnTo>
                    <a:pt x="5235097" y="2596896"/>
                  </a:lnTo>
                  <a:lnTo>
                    <a:pt x="5235097" y="260956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498050" y="6967699"/>
              <a:ext cx="5212080" cy="73660"/>
            </a:xfrm>
            <a:custGeom>
              <a:avLst/>
              <a:gdLst/>
              <a:ahLst/>
              <a:cxnLst/>
              <a:rect l="l" t="t" r="r" b="b"/>
              <a:pathLst>
                <a:path w="5212080" h="73659">
                  <a:moveTo>
                    <a:pt x="5212079" y="73151"/>
                  </a:moveTo>
                  <a:lnTo>
                    <a:pt x="0" y="73151"/>
                  </a:lnTo>
                  <a:lnTo>
                    <a:pt x="0" y="0"/>
                  </a:lnTo>
                  <a:lnTo>
                    <a:pt x="5212079" y="0"/>
                  </a:lnTo>
                  <a:lnTo>
                    <a:pt x="5212079" y="73151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7485382" y="6955031"/>
              <a:ext cx="5237480" cy="99060"/>
            </a:xfrm>
            <a:custGeom>
              <a:avLst/>
              <a:gdLst/>
              <a:ahLst/>
              <a:cxnLst/>
              <a:rect l="l" t="t" r="r" b="b"/>
              <a:pathLst>
                <a:path w="5237480" h="99059">
                  <a:moveTo>
                    <a:pt x="5231605" y="98555"/>
                  </a:moveTo>
                  <a:lnTo>
                    <a:pt x="5715" y="98555"/>
                  </a:lnTo>
                  <a:lnTo>
                    <a:pt x="0" y="92868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6" y="0"/>
                  </a:lnTo>
                  <a:lnTo>
                    <a:pt x="5237416" y="5715"/>
                  </a:lnTo>
                  <a:lnTo>
                    <a:pt x="5237416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73152"/>
                  </a:lnTo>
                  <a:lnTo>
                    <a:pt x="12668" y="73152"/>
                  </a:lnTo>
                  <a:lnTo>
                    <a:pt x="12668" y="85820"/>
                  </a:lnTo>
                  <a:lnTo>
                    <a:pt x="5237416" y="85820"/>
                  </a:lnTo>
                  <a:lnTo>
                    <a:pt x="5237416" y="92868"/>
                  </a:lnTo>
                  <a:lnTo>
                    <a:pt x="5231605" y="98555"/>
                  </a:lnTo>
                  <a:close/>
                </a:path>
                <a:path w="5237480" h="99059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7480" h="99059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7480" h="99059">
                  <a:moveTo>
                    <a:pt x="5224748" y="85820"/>
                  </a:moveTo>
                  <a:lnTo>
                    <a:pt x="5212080" y="85820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7416" y="25431"/>
                  </a:lnTo>
                  <a:lnTo>
                    <a:pt x="5237416" y="73152"/>
                  </a:lnTo>
                  <a:lnTo>
                    <a:pt x="5224748" y="73152"/>
                  </a:lnTo>
                  <a:lnTo>
                    <a:pt x="5224748" y="85820"/>
                  </a:lnTo>
                  <a:close/>
                </a:path>
                <a:path w="5237480" h="99059">
                  <a:moveTo>
                    <a:pt x="5237416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7416" y="12668"/>
                  </a:lnTo>
                  <a:lnTo>
                    <a:pt x="5237416" y="25431"/>
                  </a:lnTo>
                  <a:close/>
                </a:path>
                <a:path w="5237480" h="99059">
                  <a:moveTo>
                    <a:pt x="25431" y="85820"/>
                  </a:moveTo>
                  <a:lnTo>
                    <a:pt x="12668" y="85820"/>
                  </a:lnTo>
                  <a:lnTo>
                    <a:pt x="12668" y="73152"/>
                  </a:lnTo>
                  <a:lnTo>
                    <a:pt x="25431" y="73152"/>
                  </a:lnTo>
                  <a:lnTo>
                    <a:pt x="25431" y="85820"/>
                  </a:lnTo>
                  <a:close/>
                </a:path>
                <a:path w="5237480" h="99059">
                  <a:moveTo>
                    <a:pt x="5212080" y="85820"/>
                  </a:moveTo>
                  <a:lnTo>
                    <a:pt x="25431" y="85820"/>
                  </a:lnTo>
                  <a:lnTo>
                    <a:pt x="25431" y="73152"/>
                  </a:lnTo>
                  <a:lnTo>
                    <a:pt x="5212080" y="73152"/>
                  </a:lnTo>
                  <a:lnTo>
                    <a:pt x="5212080" y="85820"/>
                  </a:lnTo>
                  <a:close/>
                </a:path>
                <a:path w="5237480" h="99059">
                  <a:moveTo>
                    <a:pt x="5237416" y="85820"/>
                  </a:moveTo>
                  <a:lnTo>
                    <a:pt x="5224748" y="85820"/>
                  </a:lnTo>
                  <a:lnTo>
                    <a:pt x="5224748" y="73152"/>
                  </a:lnTo>
                  <a:lnTo>
                    <a:pt x="5237416" y="73152"/>
                  </a:lnTo>
                  <a:lnTo>
                    <a:pt x="5237416" y="85820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668259" y="7214107"/>
            <a:ext cx="3018790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CAROUSEL</a:t>
            </a:r>
            <a:r>
              <a:rPr sz="2000" b="1" spc="-8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6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400" b="1" spc="-12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"What's</a:t>
            </a:r>
            <a:r>
              <a:rPr sz="2400" b="1" spc="-12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Inside?"</a:t>
            </a:r>
            <a:r>
              <a:rPr sz="2400" b="1" spc="-114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3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7668259" y="8533700"/>
            <a:ext cx="4480560" cy="5416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175"/>
              </a:spcBef>
            </a:pP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Ingredient-</a:t>
            </a:r>
            <a:r>
              <a:rPr spc="-5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by-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ingredient</a:t>
            </a:r>
            <a:r>
              <a:rPr spc="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carousel.</a:t>
            </a:r>
            <a:r>
              <a:rPr spc="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Builds transparency</a:t>
            </a:r>
            <a:r>
              <a:rPr spc="-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pc="-4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spc="-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positioning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2971781" y="6955031"/>
            <a:ext cx="5237480" cy="2622550"/>
            <a:chOff x="12971781" y="6955031"/>
            <a:chExt cx="5237480" cy="2622550"/>
          </a:xfrm>
        </p:grpSpPr>
        <p:sp>
          <p:nvSpPr>
            <p:cNvPr id="51" name="object 51"/>
            <p:cNvSpPr/>
            <p:nvPr/>
          </p:nvSpPr>
          <p:spPr>
            <a:xfrm>
              <a:off x="12971783" y="6955031"/>
              <a:ext cx="5235575" cy="2622550"/>
            </a:xfrm>
            <a:custGeom>
              <a:avLst/>
              <a:gdLst/>
              <a:ahLst/>
              <a:cxnLst/>
              <a:rect l="l" t="t" r="r" b="b"/>
              <a:pathLst>
                <a:path w="5235575" h="2622550">
                  <a:moveTo>
                    <a:pt x="5231702" y="2622299"/>
                  </a:moveTo>
                  <a:lnTo>
                    <a:pt x="5619" y="2622299"/>
                  </a:lnTo>
                  <a:lnTo>
                    <a:pt x="0" y="2616613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7" y="0"/>
                  </a:lnTo>
                  <a:lnTo>
                    <a:pt x="5235097" y="3356"/>
                  </a:lnTo>
                  <a:lnTo>
                    <a:pt x="5235097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596896"/>
                  </a:lnTo>
                  <a:lnTo>
                    <a:pt x="12668" y="2596896"/>
                  </a:lnTo>
                  <a:lnTo>
                    <a:pt x="12668" y="2609564"/>
                  </a:lnTo>
                  <a:lnTo>
                    <a:pt x="5235097" y="2609564"/>
                  </a:lnTo>
                  <a:lnTo>
                    <a:pt x="5235097" y="2618921"/>
                  </a:lnTo>
                  <a:lnTo>
                    <a:pt x="5231702" y="2622299"/>
                  </a:lnTo>
                  <a:close/>
                </a:path>
                <a:path w="5235575" h="2622550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5575" h="2622550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5575" h="2622550">
                  <a:moveTo>
                    <a:pt x="5224748" y="2609564"/>
                  </a:moveTo>
                  <a:lnTo>
                    <a:pt x="5212080" y="2609564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5097" y="25431"/>
                  </a:lnTo>
                  <a:lnTo>
                    <a:pt x="5235097" y="2596896"/>
                  </a:lnTo>
                  <a:lnTo>
                    <a:pt x="5224748" y="2596896"/>
                  </a:lnTo>
                  <a:lnTo>
                    <a:pt x="5224748" y="2609564"/>
                  </a:lnTo>
                  <a:close/>
                </a:path>
                <a:path w="5235575" h="2622550">
                  <a:moveTo>
                    <a:pt x="5235097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5097" y="12668"/>
                  </a:lnTo>
                  <a:lnTo>
                    <a:pt x="5235097" y="25431"/>
                  </a:lnTo>
                  <a:close/>
                </a:path>
                <a:path w="5235575" h="2622550">
                  <a:moveTo>
                    <a:pt x="25431" y="2609564"/>
                  </a:moveTo>
                  <a:lnTo>
                    <a:pt x="12668" y="2609564"/>
                  </a:lnTo>
                  <a:lnTo>
                    <a:pt x="12668" y="2596896"/>
                  </a:lnTo>
                  <a:lnTo>
                    <a:pt x="25431" y="2596896"/>
                  </a:lnTo>
                  <a:lnTo>
                    <a:pt x="25431" y="2609564"/>
                  </a:lnTo>
                  <a:close/>
                </a:path>
                <a:path w="5235575" h="2622550">
                  <a:moveTo>
                    <a:pt x="5212080" y="2609564"/>
                  </a:moveTo>
                  <a:lnTo>
                    <a:pt x="25431" y="2609564"/>
                  </a:lnTo>
                  <a:lnTo>
                    <a:pt x="25431" y="2596896"/>
                  </a:lnTo>
                  <a:lnTo>
                    <a:pt x="5212080" y="2596896"/>
                  </a:lnTo>
                  <a:lnTo>
                    <a:pt x="5212080" y="2609564"/>
                  </a:lnTo>
                  <a:close/>
                </a:path>
                <a:path w="5235575" h="2622550">
                  <a:moveTo>
                    <a:pt x="5235097" y="2609564"/>
                  </a:moveTo>
                  <a:lnTo>
                    <a:pt x="5224748" y="2609564"/>
                  </a:lnTo>
                  <a:lnTo>
                    <a:pt x="5224748" y="2596896"/>
                  </a:lnTo>
                  <a:lnTo>
                    <a:pt x="5235097" y="2596896"/>
                  </a:lnTo>
                  <a:lnTo>
                    <a:pt x="5235097" y="2609564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12984450" y="6967699"/>
              <a:ext cx="5212080" cy="73660"/>
            </a:xfrm>
            <a:custGeom>
              <a:avLst/>
              <a:gdLst/>
              <a:ahLst/>
              <a:cxnLst/>
              <a:rect l="l" t="t" r="r" b="b"/>
              <a:pathLst>
                <a:path w="5212080" h="73659">
                  <a:moveTo>
                    <a:pt x="5212079" y="73151"/>
                  </a:moveTo>
                  <a:lnTo>
                    <a:pt x="0" y="73151"/>
                  </a:lnTo>
                  <a:lnTo>
                    <a:pt x="0" y="0"/>
                  </a:lnTo>
                  <a:lnTo>
                    <a:pt x="5212079" y="0"/>
                  </a:lnTo>
                  <a:lnTo>
                    <a:pt x="5212079" y="73151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12971781" y="6955031"/>
              <a:ext cx="5237480" cy="99060"/>
            </a:xfrm>
            <a:custGeom>
              <a:avLst/>
              <a:gdLst/>
              <a:ahLst/>
              <a:cxnLst/>
              <a:rect l="l" t="t" r="r" b="b"/>
              <a:pathLst>
                <a:path w="5237480" h="99059">
                  <a:moveTo>
                    <a:pt x="5231605" y="98555"/>
                  </a:moveTo>
                  <a:lnTo>
                    <a:pt x="5715" y="98555"/>
                  </a:lnTo>
                  <a:lnTo>
                    <a:pt x="0" y="92868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6" y="0"/>
                  </a:lnTo>
                  <a:lnTo>
                    <a:pt x="5237416" y="5715"/>
                  </a:lnTo>
                  <a:lnTo>
                    <a:pt x="5237416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73152"/>
                  </a:lnTo>
                  <a:lnTo>
                    <a:pt x="12668" y="73152"/>
                  </a:lnTo>
                  <a:lnTo>
                    <a:pt x="12668" y="85820"/>
                  </a:lnTo>
                  <a:lnTo>
                    <a:pt x="5237416" y="85820"/>
                  </a:lnTo>
                  <a:lnTo>
                    <a:pt x="5237416" y="92868"/>
                  </a:lnTo>
                  <a:lnTo>
                    <a:pt x="5231605" y="98555"/>
                  </a:lnTo>
                  <a:close/>
                </a:path>
                <a:path w="5237480" h="99059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7480" h="99059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7480" h="99059">
                  <a:moveTo>
                    <a:pt x="5224748" y="85820"/>
                  </a:moveTo>
                  <a:lnTo>
                    <a:pt x="5212080" y="85820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7416" y="25431"/>
                  </a:lnTo>
                  <a:lnTo>
                    <a:pt x="5237416" y="73152"/>
                  </a:lnTo>
                  <a:lnTo>
                    <a:pt x="5224748" y="73152"/>
                  </a:lnTo>
                  <a:lnTo>
                    <a:pt x="5224748" y="85820"/>
                  </a:lnTo>
                  <a:close/>
                </a:path>
                <a:path w="5237480" h="99059">
                  <a:moveTo>
                    <a:pt x="5237416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7416" y="12668"/>
                  </a:lnTo>
                  <a:lnTo>
                    <a:pt x="5237416" y="25431"/>
                  </a:lnTo>
                  <a:close/>
                </a:path>
                <a:path w="5237480" h="99059">
                  <a:moveTo>
                    <a:pt x="25431" y="85820"/>
                  </a:moveTo>
                  <a:lnTo>
                    <a:pt x="12668" y="85820"/>
                  </a:lnTo>
                  <a:lnTo>
                    <a:pt x="12668" y="73152"/>
                  </a:lnTo>
                  <a:lnTo>
                    <a:pt x="25431" y="73152"/>
                  </a:lnTo>
                  <a:lnTo>
                    <a:pt x="25431" y="85820"/>
                  </a:lnTo>
                  <a:close/>
                </a:path>
                <a:path w="5237480" h="99059">
                  <a:moveTo>
                    <a:pt x="5212080" y="85820"/>
                  </a:moveTo>
                  <a:lnTo>
                    <a:pt x="25431" y="85820"/>
                  </a:lnTo>
                  <a:lnTo>
                    <a:pt x="25431" y="73152"/>
                  </a:lnTo>
                  <a:lnTo>
                    <a:pt x="5212080" y="73152"/>
                  </a:lnTo>
                  <a:lnTo>
                    <a:pt x="5212080" y="85820"/>
                  </a:lnTo>
                  <a:close/>
                </a:path>
                <a:path w="5237480" h="99059">
                  <a:moveTo>
                    <a:pt x="5237416" y="85820"/>
                  </a:moveTo>
                  <a:lnTo>
                    <a:pt x="5224748" y="85820"/>
                  </a:lnTo>
                  <a:lnTo>
                    <a:pt x="5224748" y="73152"/>
                  </a:lnTo>
                  <a:lnTo>
                    <a:pt x="5237416" y="73152"/>
                  </a:lnTo>
                  <a:lnTo>
                    <a:pt x="5237416" y="85820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3154659" y="7214107"/>
            <a:ext cx="3177540" cy="920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5435">
              <a:lnSpc>
                <a:spcPct val="100000"/>
              </a:lnSpc>
              <a:spcBef>
                <a:spcPts val="100"/>
              </a:spcBef>
            </a:pPr>
            <a:r>
              <a:rPr sz="2000" b="1" spc="-5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CAROUSEL</a:t>
            </a:r>
            <a:r>
              <a:rPr sz="2000" b="1" spc="-8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4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 Sugar </a:t>
            </a:r>
            <a:r>
              <a:rPr sz="2400" b="1" spc="-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3154659" y="8533700"/>
            <a:ext cx="4255770" cy="54165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2030"/>
              </a:lnSpc>
              <a:spcBef>
                <a:spcPts val="175"/>
              </a:spcBef>
            </a:pPr>
            <a:r>
              <a:rPr spc="-1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slide</a:t>
            </a:r>
            <a:r>
              <a:rPr spc="-8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educational</a:t>
            </a:r>
            <a:r>
              <a:rPr spc="-8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carousel.</a:t>
            </a:r>
            <a:r>
              <a:rPr spc="-8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CTA:</a:t>
            </a:r>
            <a:r>
              <a:rPr spc="-8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Tag</a:t>
            </a:r>
            <a:r>
              <a:rPr spc="-8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friend</a:t>
            </a:r>
            <a:r>
              <a:rPr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spc="-1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sugary</a:t>
            </a:r>
            <a:r>
              <a:rPr spc="-10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drink!</a:t>
            </a: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25" y="-26"/>
            <a:ext cx="5468235" cy="10287635"/>
          </a:xfrm>
          <a:custGeom>
            <a:avLst/>
            <a:gdLst/>
            <a:ahLst/>
            <a:cxnLst/>
            <a:rect l="l" t="t" r="r" b="b"/>
            <a:pathLst>
              <a:path w="6998970" h="10287635">
                <a:moveTo>
                  <a:pt x="6998741" y="12738"/>
                </a:moveTo>
                <a:lnTo>
                  <a:pt x="6986003" y="12738"/>
                </a:lnTo>
                <a:lnTo>
                  <a:pt x="6986003" y="38"/>
                </a:lnTo>
                <a:lnTo>
                  <a:pt x="6973341" y="38"/>
                </a:lnTo>
                <a:lnTo>
                  <a:pt x="12750" y="0"/>
                </a:lnTo>
                <a:lnTo>
                  <a:pt x="0" y="0"/>
                </a:lnTo>
                <a:lnTo>
                  <a:pt x="25" y="10287000"/>
                </a:lnTo>
                <a:lnTo>
                  <a:pt x="12750" y="10287000"/>
                </a:lnTo>
                <a:lnTo>
                  <a:pt x="6973341" y="10287000"/>
                </a:lnTo>
                <a:lnTo>
                  <a:pt x="6986003" y="10287038"/>
                </a:lnTo>
                <a:lnTo>
                  <a:pt x="6986003" y="10274338"/>
                </a:lnTo>
                <a:lnTo>
                  <a:pt x="6998741" y="10274338"/>
                </a:lnTo>
                <a:lnTo>
                  <a:pt x="6998741" y="12738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6484" y="275240"/>
            <a:ext cx="5307908" cy="879727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spc="-1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 </a:t>
            </a:r>
            <a:r>
              <a:rPr spc="-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6" name="object 6"/>
          <p:cNvSpPr/>
          <p:nvPr/>
        </p:nvSpPr>
        <p:spPr>
          <a:xfrm>
            <a:off x="316484" y="1176032"/>
            <a:ext cx="4963681" cy="5548630"/>
          </a:xfrm>
          <a:custGeom>
            <a:avLst/>
            <a:gdLst/>
            <a:ahLst/>
            <a:cxnLst/>
            <a:rect l="l" t="t" r="r" b="b"/>
            <a:pathLst>
              <a:path w="6353175" h="5548630">
                <a:moveTo>
                  <a:pt x="6133528" y="4760595"/>
                </a:moveTo>
                <a:lnTo>
                  <a:pt x="6127902" y="4754880"/>
                </a:lnTo>
                <a:lnTo>
                  <a:pt x="316611" y="4754880"/>
                </a:lnTo>
                <a:lnTo>
                  <a:pt x="310896" y="4760595"/>
                </a:lnTo>
                <a:lnTo>
                  <a:pt x="310896" y="5542686"/>
                </a:lnTo>
                <a:lnTo>
                  <a:pt x="316611" y="5548376"/>
                </a:lnTo>
                <a:lnTo>
                  <a:pt x="6127712" y="5548376"/>
                </a:lnTo>
                <a:lnTo>
                  <a:pt x="6133528" y="5542686"/>
                </a:lnTo>
                <a:lnTo>
                  <a:pt x="6133528" y="5535638"/>
                </a:lnTo>
                <a:lnTo>
                  <a:pt x="6133528" y="5522976"/>
                </a:lnTo>
                <a:lnTo>
                  <a:pt x="6133528" y="4780305"/>
                </a:lnTo>
                <a:lnTo>
                  <a:pt x="6133528" y="4767542"/>
                </a:lnTo>
                <a:lnTo>
                  <a:pt x="6133528" y="4760595"/>
                </a:lnTo>
                <a:close/>
              </a:path>
              <a:path w="6353175" h="5548630">
                <a:moveTo>
                  <a:pt x="6352984" y="12661"/>
                </a:moveTo>
                <a:lnTo>
                  <a:pt x="6352959" y="5715"/>
                </a:lnTo>
                <a:lnTo>
                  <a:pt x="6347358" y="0"/>
                </a:lnTo>
                <a:lnTo>
                  <a:pt x="5715" y="0"/>
                </a:lnTo>
                <a:lnTo>
                  <a:pt x="0" y="5715"/>
                </a:lnTo>
                <a:lnTo>
                  <a:pt x="0" y="92862"/>
                </a:lnTo>
                <a:lnTo>
                  <a:pt x="5715" y="98552"/>
                </a:lnTo>
                <a:lnTo>
                  <a:pt x="6347168" y="98552"/>
                </a:lnTo>
                <a:lnTo>
                  <a:pt x="6352959" y="92862"/>
                </a:lnTo>
                <a:lnTo>
                  <a:pt x="6352959" y="85813"/>
                </a:lnTo>
                <a:lnTo>
                  <a:pt x="6352984" y="73152"/>
                </a:lnTo>
                <a:lnTo>
                  <a:pt x="6352959" y="25425"/>
                </a:lnTo>
                <a:lnTo>
                  <a:pt x="6352984" y="12661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2930" y="2494846"/>
            <a:ext cx="3851412" cy="636713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314960" marR="5080" indent="-302895">
              <a:lnSpc>
                <a:spcPts val="4730"/>
              </a:lnSpc>
              <a:spcBef>
                <a:spcPts val="265"/>
              </a:spcBef>
            </a:pPr>
            <a:r>
              <a:rPr sz="4000" b="1" spc="-2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 </a:t>
            </a:r>
            <a:r>
              <a:rPr sz="4000" b="1" spc="-114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5353" y="3662731"/>
            <a:ext cx="4058817" cy="19050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@fruitivita_official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 marR="5080" algn="ctr">
              <a:lnSpc>
                <a:spcPts val="2250"/>
              </a:lnSpc>
            </a:pPr>
            <a:r>
              <a:rPr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r>
              <a:rPr sz="3200" spc="-1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r>
              <a:rPr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snapshots</a:t>
            </a:r>
            <a:r>
              <a:rPr sz="3200" spc="-1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taken</a:t>
            </a:r>
            <a:r>
              <a:rPr sz="3200" spc="-10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sz="3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Wednesday</a:t>
            </a:r>
            <a:r>
              <a:rPr sz="3200" spc="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spc="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night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60733" y="5993371"/>
            <a:ext cx="3013105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  <a:r>
              <a:rPr sz="2400" b="1" spc="-1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9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Links</a:t>
            </a:r>
            <a:r>
              <a:rPr sz="2400" b="1" spc="-1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95756" y="6314023"/>
            <a:ext cx="3851412" cy="335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73225" algn="l"/>
              </a:tabLst>
            </a:pPr>
            <a:r>
              <a:rPr sz="2100" b="1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Instagram:</a:t>
            </a:r>
            <a:r>
              <a:rPr sz="2100" b="1" spc="-9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@fruitivita_official</a:t>
            </a:r>
            <a:endParaRPr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41411" y="519842"/>
            <a:ext cx="551243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sz="2800" b="1" spc="-1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Professional</a:t>
            </a:r>
            <a:r>
              <a:rPr sz="2800" b="1" spc="-10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8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2800" b="1" spc="-11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6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Snapshots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851F3D-236C-DAC3-AAFE-18A5297B59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459" b="42963"/>
          <a:stretch>
            <a:fillRect/>
          </a:stretch>
        </p:blipFill>
        <p:spPr>
          <a:xfrm>
            <a:off x="12039600" y="1333500"/>
            <a:ext cx="3276600" cy="30914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DB3B862-538E-D0C3-8494-7F74261176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53" b="58148"/>
          <a:stretch>
            <a:fillRect/>
          </a:stretch>
        </p:blipFill>
        <p:spPr>
          <a:xfrm>
            <a:off x="5964997" y="1154967"/>
            <a:ext cx="4751308" cy="3785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4366044-4680-78D2-4E0C-CC8F744C42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591" b="24814"/>
          <a:stretch>
            <a:fillRect/>
          </a:stretch>
        </p:blipFill>
        <p:spPr>
          <a:xfrm>
            <a:off x="5935179" y="5143500"/>
            <a:ext cx="4351452" cy="4876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B8ABF3C-E406-981B-8AC4-47C70594C47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3754" b="31888"/>
          <a:stretch>
            <a:fillRect/>
          </a:stretch>
        </p:blipFill>
        <p:spPr>
          <a:xfrm>
            <a:off x="11487150" y="4724400"/>
            <a:ext cx="4661649" cy="5486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0"/>
            <a:ext cx="18290540" cy="1390015"/>
            <a:chOff x="0" y="0"/>
            <a:chExt cx="18290540" cy="139001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8290540" cy="1280160"/>
            </a:xfrm>
            <a:custGeom>
              <a:avLst/>
              <a:gdLst/>
              <a:ahLst/>
              <a:cxnLst/>
              <a:rect l="l" t="t" r="r" b="b"/>
              <a:pathLst>
                <a:path w="18290540" h="1280160">
                  <a:moveTo>
                    <a:pt x="18289971" y="1279998"/>
                  </a:moveTo>
                  <a:lnTo>
                    <a:pt x="0" y="1279998"/>
                  </a:lnTo>
                  <a:lnTo>
                    <a:pt x="0" y="0"/>
                  </a:lnTo>
                  <a:lnTo>
                    <a:pt x="18289971" y="0"/>
                  </a:lnTo>
                  <a:lnTo>
                    <a:pt x="18289971" y="1279998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279998"/>
              <a:ext cx="18288635" cy="110489"/>
            </a:xfrm>
            <a:custGeom>
              <a:avLst/>
              <a:gdLst/>
              <a:ahLst/>
              <a:cxnLst/>
              <a:rect l="l" t="t" r="r" b="b"/>
              <a:pathLst>
                <a:path w="18288635" h="110490">
                  <a:moveTo>
                    <a:pt x="18288202" y="110004"/>
                  </a:moveTo>
                  <a:lnTo>
                    <a:pt x="0" y="110004"/>
                  </a:lnTo>
                  <a:lnTo>
                    <a:pt x="0" y="0"/>
                  </a:lnTo>
                  <a:lnTo>
                    <a:pt x="18288202" y="0"/>
                  </a:lnTo>
                  <a:lnTo>
                    <a:pt x="18288202" y="110004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8742" y="20270"/>
            <a:ext cx="9424723" cy="729046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</a:t>
            </a:r>
            <a:r>
              <a:rPr lang="en-IN" sz="4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</a:t>
            </a:r>
            <a:r>
              <a:rPr lang="en-IN" sz="4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IN" sz="4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r>
              <a:rPr lang="en-IN" sz="4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26667" y="1464922"/>
            <a:ext cx="374840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INSTAGRAM POST — 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@fruitvita.official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9773" y="1546063"/>
            <a:ext cx="8081645" cy="7847330"/>
            <a:chOff x="359997" y="1840001"/>
            <a:chExt cx="8081645" cy="784733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199" y="1840001"/>
              <a:ext cx="6651411" cy="740314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59997" y="9247003"/>
              <a:ext cx="8081645" cy="440055"/>
            </a:xfrm>
            <a:custGeom>
              <a:avLst/>
              <a:gdLst/>
              <a:ahLst/>
              <a:cxnLst/>
              <a:rect l="l" t="t" r="r" b="b"/>
              <a:pathLst>
                <a:path w="8081645" h="440054">
                  <a:moveTo>
                    <a:pt x="8081522" y="439997"/>
                  </a:moveTo>
                  <a:lnTo>
                    <a:pt x="0" y="439997"/>
                  </a:lnTo>
                  <a:lnTo>
                    <a:pt x="0" y="0"/>
                  </a:lnTo>
                  <a:lnTo>
                    <a:pt x="8081522" y="0"/>
                  </a:lnTo>
                  <a:lnTo>
                    <a:pt x="8081522" y="439997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07902" y="9059050"/>
            <a:ext cx="566547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@fruitvita.official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reveal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'Why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flavour?'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57071" y="1464922"/>
            <a:ext cx="18954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 AD 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681274" y="1515185"/>
            <a:ext cx="9246870" cy="7867015"/>
            <a:chOff x="8681274" y="1819998"/>
            <a:chExt cx="9246870" cy="786701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03465" y="1819998"/>
              <a:ext cx="7492686" cy="740700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8681274" y="9247003"/>
              <a:ext cx="9246870" cy="440055"/>
            </a:xfrm>
            <a:custGeom>
              <a:avLst/>
              <a:gdLst/>
              <a:ahLst/>
              <a:cxnLst/>
              <a:rect l="l" t="t" r="r" b="b"/>
              <a:pathLst>
                <a:path w="9246869" h="440054">
                  <a:moveTo>
                    <a:pt x="9246828" y="439997"/>
                  </a:moveTo>
                  <a:lnTo>
                    <a:pt x="0" y="439997"/>
                  </a:lnTo>
                  <a:lnTo>
                    <a:pt x="0" y="0"/>
                  </a:lnTo>
                  <a:lnTo>
                    <a:pt x="9246828" y="0"/>
                  </a:lnTo>
                  <a:lnTo>
                    <a:pt x="9246828" y="439997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376571" y="9047105"/>
            <a:ext cx="433578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creative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FB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Stories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25" y="-26"/>
            <a:ext cx="5715025" cy="10287635"/>
          </a:xfrm>
          <a:custGeom>
            <a:avLst/>
            <a:gdLst/>
            <a:ahLst/>
            <a:cxnLst/>
            <a:rect l="l" t="t" r="r" b="b"/>
            <a:pathLst>
              <a:path w="6998970" h="10287635">
                <a:moveTo>
                  <a:pt x="6998741" y="12738"/>
                </a:moveTo>
                <a:lnTo>
                  <a:pt x="6986003" y="12738"/>
                </a:lnTo>
                <a:lnTo>
                  <a:pt x="6986003" y="38"/>
                </a:lnTo>
                <a:lnTo>
                  <a:pt x="6973341" y="38"/>
                </a:lnTo>
                <a:lnTo>
                  <a:pt x="12750" y="0"/>
                </a:lnTo>
                <a:lnTo>
                  <a:pt x="0" y="0"/>
                </a:lnTo>
                <a:lnTo>
                  <a:pt x="25" y="10287000"/>
                </a:lnTo>
                <a:lnTo>
                  <a:pt x="12750" y="10287000"/>
                </a:lnTo>
                <a:lnTo>
                  <a:pt x="6973341" y="10287000"/>
                </a:lnTo>
                <a:lnTo>
                  <a:pt x="6986003" y="10287038"/>
                </a:lnTo>
                <a:lnTo>
                  <a:pt x="6986003" y="10274338"/>
                </a:lnTo>
                <a:lnTo>
                  <a:pt x="6998741" y="10274338"/>
                </a:lnTo>
                <a:lnTo>
                  <a:pt x="6998741" y="12738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16484" y="275240"/>
            <a:ext cx="4628989" cy="879727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3300"/>
              </a:lnSpc>
              <a:spcBef>
                <a:spcPts val="259"/>
              </a:spcBef>
            </a:pPr>
            <a:r>
              <a:rPr spc="-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pc="-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 </a:t>
            </a:r>
            <a:r>
              <a:rPr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MAGNETS</a:t>
            </a:r>
            <a:r>
              <a:rPr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3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pc="-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NURTURING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316488" y="1176022"/>
            <a:ext cx="5272432" cy="5511800"/>
            <a:chOff x="316487" y="1176022"/>
            <a:chExt cx="6353175" cy="5511800"/>
          </a:xfrm>
        </p:grpSpPr>
        <p:sp>
          <p:nvSpPr>
            <p:cNvPr id="7" name="object 7"/>
            <p:cNvSpPr/>
            <p:nvPr/>
          </p:nvSpPr>
          <p:spPr>
            <a:xfrm>
              <a:off x="316484" y="1176032"/>
              <a:ext cx="6353175" cy="99060"/>
            </a:xfrm>
            <a:custGeom>
              <a:avLst/>
              <a:gdLst/>
              <a:ahLst/>
              <a:cxnLst/>
              <a:rect l="l" t="t" r="r" b="b"/>
              <a:pathLst>
                <a:path w="6353175" h="99059">
                  <a:moveTo>
                    <a:pt x="6352984" y="12661"/>
                  </a:moveTo>
                  <a:lnTo>
                    <a:pt x="6352959" y="5715"/>
                  </a:lnTo>
                  <a:lnTo>
                    <a:pt x="6347358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92862"/>
                  </a:lnTo>
                  <a:lnTo>
                    <a:pt x="5715" y="98552"/>
                  </a:lnTo>
                  <a:lnTo>
                    <a:pt x="6347168" y="98552"/>
                  </a:lnTo>
                  <a:lnTo>
                    <a:pt x="6352959" y="92862"/>
                  </a:lnTo>
                  <a:lnTo>
                    <a:pt x="6352959" y="85813"/>
                  </a:lnTo>
                  <a:lnTo>
                    <a:pt x="6352984" y="73152"/>
                  </a:lnTo>
                  <a:lnTo>
                    <a:pt x="6352959" y="25425"/>
                  </a:lnTo>
                  <a:lnTo>
                    <a:pt x="6352984" y="12661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89636" y="5656592"/>
              <a:ext cx="6280150" cy="1031240"/>
            </a:xfrm>
            <a:custGeom>
              <a:avLst/>
              <a:gdLst/>
              <a:ahLst/>
              <a:cxnLst/>
              <a:rect l="l" t="t" r="r" b="b"/>
              <a:pathLst>
                <a:path w="6280150" h="1031240">
                  <a:moveTo>
                    <a:pt x="6279832" y="5715"/>
                  </a:moveTo>
                  <a:lnTo>
                    <a:pt x="6274206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1025550"/>
                  </a:lnTo>
                  <a:lnTo>
                    <a:pt x="5613" y="1031240"/>
                  </a:lnTo>
                  <a:lnTo>
                    <a:pt x="6274117" y="1031240"/>
                  </a:lnTo>
                  <a:lnTo>
                    <a:pt x="6279832" y="1025550"/>
                  </a:lnTo>
                  <a:lnTo>
                    <a:pt x="6279832" y="1018501"/>
                  </a:lnTo>
                  <a:lnTo>
                    <a:pt x="6279832" y="1005840"/>
                  </a:lnTo>
                  <a:lnTo>
                    <a:pt x="6279832" y="25425"/>
                  </a:lnTo>
                  <a:lnTo>
                    <a:pt x="6279832" y="12661"/>
                  </a:lnTo>
                  <a:lnTo>
                    <a:pt x="6279832" y="5715"/>
                  </a:lnTo>
                  <a:close/>
                </a:path>
              </a:pathLst>
            </a:custGeom>
            <a:solidFill>
              <a:srgbClr val="1B5D2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947745" y="2011650"/>
            <a:ext cx="2306590" cy="1239442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 indent="629920">
              <a:lnSpc>
                <a:spcPts val="4730"/>
              </a:lnSpc>
              <a:spcBef>
                <a:spcPts val="265"/>
              </a:spcBef>
            </a:pPr>
            <a:r>
              <a:rPr sz="40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</a:t>
            </a:r>
            <a:r>
              <a:rPr sz="4000" b="1" spc="-1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76783" y="3746547"/>
            <a:ext cx="2910295" cy="151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365"/>
              </a:lnSpc>
              <a:spcBef>
                <a:spcPts val="100"/>
              </a:spcBef>
            </a:pPr>
            <a:r>
              <a:rPr sz="2400" spc="-16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400" spc="-8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</a:t>
            </a:r>
            <a:r>
              <a:rPr sz="2400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325"/>
              </a:lnSpc>
            </a:pPr>
            <a:r>
              <a:rPr sz="2400" spc="-5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325"/>
              </a:lnSpc>
            </a:pPr>
            <a:r>
              <a:rPr sz="2400" spc="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sz="2400" spc="-1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325"/>
              </a:lnSpc>
            </a:pPr>
            <a:r>
              <a:rPr sz="2400" spc="-54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2365"/>
              </a:lnSpc>
            </a:pP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  <a:r>
              <a:rPr sz="2400" spc="-1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abandonment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61311" y="5897943"/>
            <a:ext cx="1938758" cy="564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345"/>
              </a:lnSpc>
              <a:spcBef>
                <a:spcPts val="100"/>
              </a:spcBef>
            </a:pPr>
            <a:r>
              <a:rPr sz="2000" b="1" spc="-7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sz="2000" b="1" spc="-10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55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985"/>
              </a:lnSpc>
            </a:pPr>
            <a:r>
              <a:rPr sz="1700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sz="1700" spc="-100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55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1700" spc="-95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15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9636" y="6845312"/>
            <a:ext cx="5211829" cy="1031240"/>
          </a:xfrm>
          <a:custGeom>
            <a:avLst/>
            <a:gdLst/>
            <a:ahLst/>
            <a:cxnLst/>
            <a:rect l="l" t="t" r="r" b="b"/>
            <a:pathLst>
              <a:path w="6280150" h="1031240">
                <a:moveTo>
                  <a:pt x="6279832" y="5715"/>
                </a:moveTo>
                <a:lnTo>
                  <a:pt x="6274206" y="0"/>
                </a:lnTo>
                <a:lnTo>
                  <a:pt x="5715" y="0"/>
                </a:lnTo>
                <a:lnTo>
                  <a:pt x="0" y="5715"/>
                </a:lnTo>
                <a:lnTo>
                  <a:pt x="0" y="1025550"/>
                </a:lnTo>
                <a:lnTo>
                  <a:pt x="5613" y="1031240"/>
                </a:lnTo>
                <a:lnTo>
                  <a:pt x="6274117" y="1031240"/>
                </a:lnTo>
                <a:lnTo>
                  <a:pt x="6279832" y="1025550"/>
                </a:lnTo>
                <a:lnTo>
                  <a:pt x="6279832" y="1018501"/>
                </a:lnTo>
                <a:lnTo>
                  <a:pt x="6279832" y="1005840"/>
                </a:lnTo>
                <a:lnTo>
                  <a:pt x="6279832" y="25425"/>
                </a:lnTo>
                <a:lnTo>
                  <a:pt x="6279832" y="12661"/>
                </a:lnTo>
                <a:lnTo>
                  <a:pt x="6279832" y="5715"/>
                </a:lnTo>
                <a:close/>
              </a:path>
            </a:pathLst>
          </a:custGeom>
          <a:solidFill>
            <a:srgbClr val="1B5D2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620271" y="7086663"/>
            <a:ext cx="1509269" cy="564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45"/>
              </a:lnSpc>
              <a:spcBef>
                <a:spcPts val="100"/>
              </a:spcBef>
            </a:pPr>
            <a:r>
              <a:rPr sz="2000" b="1" spc="-8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2000" b="1" spc="-45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85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Pop-</a:t>
            </a:r>
            <a:r>
              <a:rPr sz="2000" b="1" spc="-25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9695">
              <a:lnSpc>
                <a:spcPts val="1985"/>
              </a:lnSpc>
            </a:pPr>
            <a:r>
              <a:rPr sz="1700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sz="1700" spc="-100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55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1700" spc="-95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0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9636" y="8034032"/>
            <a:ext cx="5211829" cy="1031240"/>
          </a:xfrm>
          <a:custGeom>
            <a:avLst/>
            <a:gdLst/>
            <a:ahLst/>
            <a:cxnLst/>
            <a:rect l="l" t="t" r="r" b="b"/>
            <a:pathLst>
              <a:path w="6280150" h="1031240">
                <a:moveTo>
                  <a:pt x="6279832" y="5715"/>
                </a:moveTo>
                <a:lnTo>
                  <a:pt x="6274206" y="0"/>
                </a:lnTo>
                <a:lnTo>
                  <a:pt x="5715" y="0"/>
                </a:lnTo>
                <a:lnTo>
                  <a:pt x="0" y="5715"/>
                </a:lnTo>
                <a:lnTo>
                  <a:pt x="0" y="1025550"/>
                </a:lnTo>
                <a:lnTo>
                  <a:pt x="5613" y="1031240"/>
                </a:lnTo>
                <a:lnTo>
                  <a:pt x="6274117" y="1031240"/>
                </a:lnTo>
                <a:lnTo>
                  <a:pt x="6279832" y="1025550"/>
                </a:lnTo>
                <a:lnTo>
                  <a:pt x="6279832" y="1018501"/>
                </a:lnTo>
                <a:lnTo>
                  <a:pt x="6279832" y="1005840"/>
                </a:lnTo>
                <a:lnTo>
                  <a:pt x="6279832" y="25425"/>
                </a:lnTo>
                <a:lnTo>
                  <a:pt x="6279832" y="12661"/>
                </a:lnTo>
                <a:lnTo>
                  <a:pt x="6279832" y="5715"/>
                </a:lnTo>
                <a:close/>
              </a:path>
            </a:pathLst>
          </a:custGeom>
          <a:solidFill>
            <a:srgbClr val="1B5D2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46316" y="8275383"/>
            <a:ext cx="1466057" cy="5642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45"/>
              </a:lnSpc>
              <a:spcBef>
                <a:spcPts val="100"/>
              </a:spcBef>
            </a:pPr>
            <a:r>
              <a:rPr sz="2000" b="1" spc="-80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sz="2000" b="1" spc="-95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spc="-35" dirty="0">
                <a:solidFill>
                  <a:srgbClr val="E65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</a:t>
            </a:r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">
              <a:lnSpc>
                <a:spcPts val="1985"/>
              </a:lnSpc>
            </a:pPr>
            <a:r>
              <a:rPr sz="1700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sz="1700" spc="-100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55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sz="1700" spc="-95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700" spc="-50" dirty="0">
                <a:solidFill>
                  <a:srgbClr val="A5D5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521956" y="389648"/>
            <a:ext cx="125899" cy="666115"/>
          </a:xfrm>
          <a:custGeom>
            <a:avLst/>
            <a:gdLst/>
            <a:ahLst/>
            <a:cxnLst/>
            <a:rect l="l" t="t" r="r" b="b"/>
            <a:pathLst>
              <a:path w="135254" h="666115">
                <a:moveTo>
                  <a:pt x="135128" y="5715"/>
                </a:moveTo>
                <a:lnTo>
                  <a:pt x="129438" y="0"/>
                </a:lnTo>
                <a:lnTo>
                  <a:pt x="5715" y="0"/>
                </a:lnTo>
                <a:lnTo>
                  <a:pt x="0" y="5715"/>
                </a:lnTo>
                <a:lnTo>
                  <a:pt x="0" y="659790"/>
                </a:lnTo>
                <a:lnTo>
                  <a:pt x="5715" y="665619"/>
                </a:lnTo>
                <a:lnTo>
                  <a:pt x="129247" y="665619"/>
                </a:lnTo>
                <a:lnTo>
                  <a:pt x="135128" y="659790"/>
                </a:lnTo>
                <a:lnTo>
                  <a:pt x="135128" y="652741"/>
                </a:lnTo>
                <a:lnTo>
                  <a:pt x="135064" y="640080"/>
                </a:lnTo>
                <a:lnTo>
                  <a:pt x="135128" y="25425"/>
                </a:lnTo>
                <a:lnTo>
                  <a:pt x="135064" y="12661"/>
                </a:lnTo>
                <a:lnTo>
                  <a:pt x="135128" y="5715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485382" y="1176023"/>
            <a:ext cx="4874003" cy="2494280"/>
          </a:xfrm>
          <a:custGeom>
            <a:avLst/>
            <a:gdLst/>
            <a:ahLst/>
            <a:cxnLst/>
            <a:rect l="l" t="t" r="r" b="b"/>
            <a:pathLst>
              <a:path w="5236209" h="2494279">
                <a:moveTo>
                  <a:pt x="5231701" y="2494283"/>
                </a:moveTo>
                <a:lnTo>
                  <a:pt x="5619" y="2494283"/>
                </a:lnTo>
                <a:lnTo>
                  <a:pt x="0" y="2488596"/>
                </a:lnTo>
                <a:lnTo>
                  <a:pt x="0" y="5715"/>
                </a:lnTo>
                <a:lnTo>
                  <a:pt x="5715" y="0"/>
                </a:lnTo>
                <a:lnTo>
                  <a:pt x="5231796" y="0"/>
                </a:lnTo>
                <a:lnTo>
                  <a:pt x="5236090" y="4366"/>
                </a:lnTo>
                <a:lnTo>
                  <a:pt x="5236090" y="12668"/>
                </a:lnTo>
                <a:lnTo>
                  <a:pt x="12668" y="12668"/>
                </a:lnTo>
                <a:lnTo>
                  <a:pt x="12668" y="25431"/>
                </a:lnTo>
                <a:lnTo>
                  <a:pt x="25431" y="25431"/>
                </a:lnTo>
                <a:lnTo>
                  <a:pt x="25431" y="2468879"/>
                </a:lnTo>
                <a:lnTo>
                  <a:pt x="12668" y="2468879"/>
                </a:lnTo>
                <a:lnTo>
                  <a:pt x="12668" y="2481548"/>
                </a:lnTo>
                <a:lnTo>
                  <a:pt x="5236090" y="2481548"/>
                </a:lnTo>
                <a:lnTo>
                  <a:pt x="5236090" y="2489916"/>
                </a:lnTo>
                <a:lnTo>
                  <a:pt x="5231701" y="2494283"/>
                </a:lnTo>
                <a:close/>
              </a:path>
              <a:path w="5236209" h="2494279">
                <a:moveTo>
                  <a:pt x="25431" y="25431"/>
                </a:moveTo>
                <a:lnTo>
                  <a:pt x="12668" y="25431"/>
                </a:lnTo>
                <a:lnTo>
                  <a:pt x="12668" y="12668"/>
                </a:lnTo>
                <a:lnTo>
                  <a:pt x="25431" y="12668"/>
                </a:lnTo>
                <a:lnTo>
                  <a:pt x="25431" y="25431"/>
                </a:lnTo>
                <a:close/>
              </a:path>
              <a:path w="5236209" h="2494279">
                <a:moveTo>
                  <a:pt x="5212080" y="25431"/>
                </a:moveTo>
                <a:lnTo>
                  <a:pt x="25431" y="25431"/>
                </a:lnTo>
                <a:lnTo>
                  <a:pt x="25431" y="12668"/>
                </a:lnTo>
                <a:lnTo>
                  <a:pt x="5212080" y="12668"/>
                </a:lnTo>
                <a:lnTo>
                  <a:pt x="5212080" y="25431"/>
                </a:lnTo>
                <a:close/>
              </a:path>
              <a:path w="5236209" h="2494279">
                <a:moveTo>
                  <a:pt x="5224748" y="2481548"/>
                </a:moveTo>
                <a:lnTo>
                  <a:pt x="5212080" y="2481548"/>
                </a:lnTo>
                <a:lnTo>
                  <a:pt x="5212080" y="12668"/>
                </a:lnTo>
                <a:lnTo>
                  <a:pt x="5224748" y="12668"/>
                </a:lnTo>
                <a:lnTo>
                  <a:pt x="5224748" y="25431"/>
                </a:lnTo>
                <a:lnTo>
                  <a:pt x="5236090" y="25431"/>
                </a:lnTo>
                <a:lnTo>
                  <a:pt x="5236090" y="2468879"/>
                </a:lnTo>
                <a:lnTo>
                  <a:pt x="5224748" y="2468879"/>
                </a:lnTo>
                <a:lnTo>
                  <a:pt x="5224748" y="2481548"/>
                </a:lnTo>
                <a:close/>
              </a:path>
              <a:path w="5236209" h="2494279">
                <a:moveTo>
                  <a:pt x="5236090" y="25431"/>
                </a:moveTo>
                <a:lnTo>
                  <a:pt x="5224748" y="25431"/>
                </a:lnTo>
                <a:lnTo>
                  <a:pt x="5224748" y="12668"/>
                </a:lnTo>
                <a:lnTo>
                  <a:pt x="5236090" y="12668"/>
                </a:lnTo>
                <a:lnTo>
                  <a:pt x="5236090" y="25431"/>
                </a:lnTo>
                <a:close/>
              </a:path>
              <a:path w="5236209" h="2494279">
                <a:moveTo>
                  <a:pt x="25431" y="2481548"/>
                </a:moveTo>
                <a:lnTo>
                  <a:pt x="12668" y="2481548"/>
                </a:lnTo>
                <a:lnTo>
                  <a:pt x="12668" y="2468879"/>
                </a:lnTo>
                <a:lnTo>
                  <a:pt x="25431" y="2468879"/>
                </a:lnTo>
                <a:lnTo>
                  <a:pt x="25431" y="2481548"/>
                </a:lnTo>
                <a:close/>
              </a:path>
              <a:path w="5236209" h="2494279">
                <a:moveTo>
                  <a:pt x="5212080" y="2481548"/>
                </a:moveTo>
                <a:lnTo>
                  <a:pt x="25431" y="2481548"/>
                </a:lnTo>
                <a:lnTo>
                  <a:pt x="25431" y="2468879"/>
                </a:lnTo>
                <a:lnTo>
                  <a:pt x="5212080" y="2468879"/>
                </a:lnTo>
                <a:lnTo>
                  <a:pt x="5212080" y="2481548"/>
                </a:lnTo>
                <a:close/>
              </a:path>
              <a:path w="5236209" h="2494279">
                <a:moveTo>
                  <a:pt x="5236090" y="2481548"/>
                </a:moveTo>
                <a:lnTo>
                  <a:pt x="5224748" y="2481548"/>
                </a:lnTo>
                <a:lnTo>
                  <a:pt x="5224748" y="2468879"/>
                </a:lnTo>
                <a:lnTo>
                  <a:pt x="5236090" y="2468879"/>
                </a:lnTo>
                <a:lnTo>
                  <a:pt x="5236090" y="2481548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485380" y="1176032"/>
            <a:ext cx="1215250" cy="2494280"/>
          </a:xfrm>
          <a:custGeom>
            <a:avLst/>
            <a:gdLst/>
            <a:ahLst/>
            <a:cxnLst/>
            <a:rect l="l" t="t" r="r" b="b"/>
            <a:pathLst>
              <a:path w="1305559" h="2494279">
                <a:moveTo>
                  <a:pt x="1305560" y="5715"/>
                </a:moveTo>
                <a:lnTo>
                  <a:pt x="1299870" y="0"/>
                </a:lnTo>
                <a:lnTo>
                  <a:pt x="5715" y="0"/>
                </a:lnTo>
                <a:lnTo>
                  <a:pt x="0" y="5715"/>
                </a:lnTo>
                <a:lnTo>
                  <a:pt x="0" y="2488590"/>
                </a:lnTo>
                <a:lnTo>
                  <a:pt x="5232" y="2493822"/>
                </a:lnTo>
                <a:lnTo>
                  <a:pt x="1300175" y="2493822"/>
                </a:lnTo>
                <a:lnTo>
                  <a:pt x="1305560" y="2488590"/>
                </a:lnTo>
                <a:lnTo>
                  <a:pt x="1305560" y="2481542"/>
                </a:lnTo>
                <a:lnTo>
                  <a:pt x="1305496" y="2468880"/>
                </a:lnTo>
                <a:lnTo>
                  <a:pt x="1305560" y="25425"/>
                </a:lnTo>
                <a:lnTo>
                  <a:pt x="1305496" y="12661"/>
                </a:lnTo>
                <a:lnTo>
                  <a:pt x="1305560" y="5715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741411" y="519842"/>
            <a:ext cx="6657218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b="1" spc="-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lang="en-IN" sz="24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13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r>
              <a:rPr lang="en-IN"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30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9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NURTURING</a:t>
            </a:r>
            <a:r>
              <a:rPr lang="en-IN" sz="24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2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82142" y="1423669"/>
            <a:ext cx="7124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sz="1800" b="1" spc="-9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498050" y="2011650"/>
            <a:ext cx="1280160" cy="73660"/>
          </a:xfrm>
          <a:custGeom>
            <a:avLst/>
            <a:gdLst/>
            <a:ahLst/>
            <a:cxnLst/>
            <a:rect l="l" t="t" r="r" b="b"/>
            <a:pathLst>
              <a:path w="1280159" h="73660">
                <a:moveTo>
                  <a:pt x="1280159" y="73151"/>
                </a:moveTo>
                <a:lnTo>
                  <a:pt x="0" y="73151"/>
                </a:lnTo>
                <a:lnTo>
                  <a:pt x="0" y="0"/>
                </a:lnTo>
                <a:lnTo>
                  <a:pt x="1280159" y="0"/>
                </a:lnTo>
                <a:lnTo>
                  <a:pt x="1280159" y="73151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485382" y="1998982"/>
            <a:ext cx="1305560" cy="99060"/>
          </a:xfrm>
          <a:custGeom>
            <a:avLst/>
            <a:gdLst/>
            <a:ahLst/>
            <a:cxnLst/>
            <a:rect l="l" t="t" r="r" b="b"/>
            <a:pathLst>
              <a:path w="1305559" h="99060">
                <a:moveTo>
                  <a:pt x="1299684" y="98555"/>
                </a:moveTo>
                <a:lnTo>
                  <a:pt x="5715" y="98555"/>
                </a:lnTo>
                <a:lnTo>
                  <a:pt x="0" y="92868"/>
                </a:lnTo>
                <a:lnTo>
                  <a:pt x="0" y="5715"/>
                </a:lnTo>
                <a:lnTo>
                  <a:pt x="5715" y="0"/>
                </a:lnTo>
                <a:lnTo>
                  <a:pt x="1299876" y="0"/>
                </a:lnTo>
                <a:lnTo>
                  <a:pt x="1305470" y="5715"/>
                </a:lnTo>
                <a:lnTo>
                  <a:pt x="1305470" y="12668"/>
                </a:lnTo>
                <a:lnTo>
                  <a:pt x="12668" y="12668"/>
                </a:lnTo>
                <a:lnTo>
                  <a:pt x="12668" y="25431"/>
                </a:lnTo>
                <a:lnTo>
                  <a:pt x="25431" y="25431"/>
                </a:lnTo>
                <a:lnTo>
                  <a:pt x="25431" y="73152"/>
                </a:lnTo>
                <a:lnTo>
                  <a:pt x="12668" y="73152"/>
                </a:lnTo>
                <a:lnTo>
                  <a:pt x="12668" y="85820"/>
                </a:lnTo>
                <a:lnTo>
                  <a:pt x="1305470" y="85820"/>
                </a:lnTo>
                <a:lnTo>
                  <a:pt x="1305470" y="92868"/>
                </a:lnTo>
                <a:lnTo>
                  <a:pt x="1299684" y="98555"/>
                </a:lnTo>
                <a:close/>
              </a:path>
              <a:path w="1305559" h="99060">
                <a:moveTo>
                  <a:pt x="25431" y="25431"/>
                </a:moveTo>
                <a:lnTo>
                  <a:pt x="12668" y="25431"/>
                </a:lnTo>
                <a:lnTo>
                  <a:pt x="12668" y="12668"/>
                </a:lnTo>
                <a:lnTo>
                  <a:pt x="25431" y="12668"/>
                </a:lnTo>
                <a:lnTo>
                  <a:pt x="25431" y="25431"/>
                </a:lnTo>
                <a:close/>
              </a:path>
              <a:path w="1305559" h="99060">
                <a:moveTo>
                  <a:pt x="1280160" y="25431"/>
                </a:moveTo>
                <a:lnTo>
                  <a:pt x="25431" y="25431"/>
                </a:lnTo>
                <a:lnTo>
                  <a:pt x="25431" y="12668"/>
                </a:lnTo>
                <a:lnTo>
                  <a:pt x="1280160" y="12668"/>
                </a:lnTo>
                <a:lnTo>
                  <a:pt x="1280160" y="25431"/>
                </a:lnTo>
                <a:close/>
              </a:path>
              <a:path w="1305559" h="99060">
                <a:moveTo>
                  <a:pt x="1292828" y="85820"/>
                </a:moveTo>
                <a:lnTo>
                  <a:pt x="1280160" y="85820"/>
                </a:lnTo>
                <a:lnTo>
                  <a:pt x="1280160" y="12668"/>
                </a:lnTo>
                <a:lnTo>
                  <a:pt x="1292828" y="12668"/>
                </a:lnTo>
                <a:lnTo>
                  <a:pt x="1292828" y="25431"/>
                </a:lnTo>
                <a:lnTo>
                  <a:pt x="1305470" y="25431"/>
                </a:lnTo>
                <a:lnTo>
                  <a:pt x="1305470" y="73152"/>
                </a:lnTo>
                <a:lnTo>
                  <a:pt x="1292828" y="73152"/>
                </a:lnTo>
                <a:lnTo>
                  <a:pt x="1292828" y="85820"/>
                </a:lnTo>
                <a:close/>
              </a:path>
              <a:path w="1305559" h="99060">
                <a:moveTo>
                  <a:pt x="1305496" y="25431"/>
                </a:moveTo>
                <a:lnTo>
                  <a:pt x="1292828" y="25431"/>
                </a:lnTo>
                <a:lnTo>
                  <a:pt x="1292828" y="12668"/>
                </a:lnTo>
                <a:lnTo>
                  <a:pt x="1305496" y="12668"/>
                </a:lnTo>
                <a:lnTo>
                  <a:pt x="1305496" y="25431"/>
                </a:lnTo>
                <a:close/>
              </a:path>
              <a:path w="1305559" h="99060">
                <a:moveTo>
                  <a:pt x="25431" y="85820"/>
                </a:moveTo>
                <a:lnTo>
                  <a:pt x="12668" y="85820"/>
                </a:lnTo>
                <a:lnTo>
                  <a:pt x="12668" y="73152"/>
                </a:lnTo>
                <a:lnTo>
                  <a:pt x="25431" y="73152"/>
                </a:lnTo>
                <a:lnTo>
                  <a:pt x="25431" y="85820"/>
                </a:lnTo>
                <a:close/>
              </a:path>
              <a:path w="1305559" h="99060">
                <a:moveTo>
                  <a:pt x="1280160" y="85820"/>
                </a:moveTo>
                <a:lnTo>
                  <a:pt x="25431" y="85820"/>
                </a:lnTo>
                <a:lnTo>
                  <a:pt x="25431" y="73152"/>
                </a:lnTo>
                <a:lnTo>
                  <a:pt x="1280160" y="73152"/>
                </a:lnTo>
                <a:lnTo>
                  <a:pt x="1280160" y="85820"/>
                </a:lnTo>
                <a:close/>
              </a:path>
              <a:path w="1305559" h="99060">
                <a:moveTo>
                  <a:pt x="1305496" y="85820"/>
                </a:moveTo>
                <a:lnTo>
                  <a:pt x="1292828" y="85820"/>
                </a:lnTo>
                <a:lnTo>
                  <a:pt x="1292828" y="73152"/>
                </a:lnTo>
                <a:lnTo>
                  <a:pt x="1305496" y="73152"/>
                </a:lnTo>
                <a:lnTo>
                  <a:pt x="1305496" y="8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15306" y="2716688"/>
            <a:ext cx="104584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84995" y="1577975"/>
            <a:ext cx="26015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3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sz="1800" b="1" spc="-10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6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800" b="1" spc="-9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984995" y="2595530"/>
            <a:ext cx="3374390" cy="5073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195"/>
              </a:spcBef>
            </a:pPr>
            <a:r>
              <a:rPr sz="16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sz="1600" spc="-9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story</a:t>
            </a:r>
            <a:r>
              <a:rPr sz="1600" spc="-9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39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1600" spc="-9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6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values.</a:t>
            </a:r>
            <a:r>
              <a:rPr sz="1600" spc="-8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</a:t>
            </a:r>
            <a:r>
              <a:rPr sz="1600" spc="-9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 </a:t>
            </a:r>
            <a:r>
              <a:rPr sz="16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</a:t>
            </a:r>
            <a:r>
              <a:rPr sz="1600" spc="-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PDF.</a:t>
            </a:r>
            <a:r>
              <a:rPr sz="1600" spc="-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sz="1600" spc="-3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expectations.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12984449" y="4791427"/>
            <a:ext cx="1280160" cy="73660"/>
          </a:xfrm>
          <a:custGeom>
            <a:avLst/>
            <a:gdLst/>
            <a:ahLst/>
            <a:cxnLst/>
            <a:rect l="l" t="t" r="r" b="b"/>
            <a:pathLst>
              <a:path w="1280159" h="73660">
                <a:moveTo>
                  <a:pt x="1280159" y="73151"/>
                </a:moveTo>
                <a:lnTo>
                  <a:pt x="0" y="73151"/>
                </a:lnTo>
                <a:lnTo>
                  <a:pt x="0" y="0"/>
                </a:lnTo>
                <a:lnTo>
                  <a:pt x="1280159" y="0"/>
                </a:lnTo>
                <a:lnTo>
                  <a:pt x="1280159" y="73151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2971781" y="4778758"/>
            <a:ext cx="1305560" cy="99060"/>
          </a:xfrm>
          <a:custGeom>
            <a:avLst/>
            <a:gdLst/>
            <a:ahLst/>
            <a:cxnLst/>
            <a:rect l="l" t="t" r="r" b="b"/>
            <a:pathLst>
              <a:path w="1305559" h="99060">
                <a:moveTo>
                  <a:pt x="1299684" y="98555"/>
                </a:moveTo>
                <a:lnTo>
                  <a:pt x="5715" y="98555"/>
                </a:lnTo>
                <a:lnTo>
                  <a:pt x="0" y="92868"/>
                </a:lnTo>
                <a:lnTo>
                  <a:pt x="0" y="5715"/>
                </a:lnTo>
                <a:lnTo>
                  <a:pt x="5715" y="0"/>
                </a:lnTo>
                <a:lnTo>
                  <a:pt x="1299876" y="0"/>
                </a:lnTo>
                <a:lnTo>
                  <a:pt x="1305470" y="5715"/>
                </a:lnTo>
                <a:lnTo>
                  <a:pt x="1305470" y="12668"/>
                </a:lnTo>
                <a:lnTo>
                  <a:pt x="12668" y="12668"/>
                </a:lnTo>
                <a:lnTo>
                  <a:pt x="12668" y="25431"/>
                </a:lnTo>
                <a:lnTo>
                  <a:pt x="25431" y="25431"/>
                </a:lnTo>
                <a:lnTo>
                  <a:pt x="25431" y="73152"/>
                </a:lnTo>
                <a:lnTo>
                  <a:pt x="12668" y="73152"/>
                </a:lnTo>
                <a:lnTo>
                  <a:pt x="12668" y="85820"/>
                </a:lnTo>
                <a:lnTo>
                  <a:pt x="1305470" y="85820"/>
                </a:lnTo>
                <a:lnTo>
                  <a:pt x="1305470" y="92868"/>
                </a:lnTo>
                <a:lnTo>
                  <a:pt x="1299684" y="98555"/>
                </a:lnTo>
                <a:close/>
              </a:path>
              <a:path w="1305559" h="99060">
                <a:moveTo>
                  <a:pt x="25431" y="25431"/>
                </a:moveTo>
                <a:lnTo>
                  <a:pt x="12668" y="25431"/>
                </a:lnTo>
                <a:lnTo>
                  <a:pt x="12668" y="12668"/>
                </a:lnTo>
                <a:lnTo>
                  <a:pt x="25431" y="12668"/>
                </a:lnTo>
                <a:lnTo>
                  <a:pt x="25431" y="25431"/>
                </a:lnTo>
                <a:close/>
              </a:path>
              <a:path w="1305559" h="99060">
                <a:moveTo>
                  <a:pt x="1280160" y="25431"/>
                </a:moveTo>
                <a:lnTo>
                  <a:pt x="25431" y="25431"/>
                </a:lnTo>
                <a:lnTo>
                  <a:pt x="25431" y="12668"/>
                </a:lnTo>
                <a:lnTo>
                  <a:pt x="1280160" y="12668"/>
                </a:lnTo>
                <a:lnTo>
                  <a:pt x="1280160" y="25431"/>
                </a:lnTo>
                <a:close/>
              </a:path>
              <a:path w="1305559" h="99060">
                <a:moveTo>
                  <a:pt x="1292828" y="85820"/>
                </a:moveTo>
                <a:lnTo>
                  <a:pt x="1280160" y="85820"/>
                </a:lnTo>
                <a:lnTo>
                  <a:pt x="1280160" y="12668"/>
                </a:lnTo>
                <a:lnTo>
                  <a:pt x="1292828" y="12668"/>
                </a:lnTo>
                <a:lnTo>
                  <a:pt x="1292828" y="25431"/>
                </a:lnTo>
                <a:lnTo>
                  <a:pt x="1305470" y="25431"/>
                </a:lnTo>
                <a:lnTo>
                  <a:pt x="1305470" y="73152"/>
                </a:lnTo>
                <a:lnTo>
                  <a:pt x="1292828" y="73152"/>
                </a:lnTo>
                <a:lnTo>
                  <a:pt x="1292828" y="85820"/>
                </a:lnTo>
                <a:close/>
              </a:path>
              <a:path w="1305559" h="99060">
                <a:moveTo>
                  <a:pt x="1305496" y="25431"/>
                </a:moveTo>
                <a:lnTo>
                  <a:pt x="1292828" y="25431"/>
                </a:lnTo>
                <a:lnTo>
                  <a:pt x="1292828" y="12668"/>
                </a:lnTo>
                <a:lnTo>
                  <a:pt x="1305496" y="12668"/>
                </a:lnTo>
                <a:lnTo>
                  <a:pt x="1305496" y="25431"/>
                </a:lnTo>
                <a:close/>
              </a:path>
              <a:path w="1305559" h="99060">
                <a:moveTo>
                  <a:pt x="25431" y="85820"/>
                </a:moveTo>
                <a:lnTo>
                  <a:pt x="12668" y="85820"/>
                </a:lnTo>
                <a:lnTo>
                  <a:pt x="12668" y="73152"/>
                </a:lnTo>
                <a:lnTo>
                  <a:pt x="25431" y="73152"/>
                </a:lnTo>
                <a:lnTo>
                  <a:pt x="25431" y="85820"/>
                </a:lnTo>
                <a:close/>
              </a:path>
              <a:path w="1305559" h="99060">
                <a:moveTo>
                  <a:pt x="1280160" y="85820"/>
                </a:moveTo>
                <a:lnTo>
                  <a:pt x="25431" y="85820"/>
                </a:lnTo>
                <a:lnTo>
                  <a:pt x="25431" y="73152"/>
                </a:lnTo>
                <a:lnTo>
                  <a:pt x="1280160" y="73152"/>
                </a:lnTo>
                <a:lnTo>
                  <a:pt x="1280160" y="85820"/>
                </a:lnTo>
                <a:close/>
              </a:path>
              <a:path w="1305559" h="99060">
                <a:moveTo>
                  <a:pt x="1305496" y="85820"/>
                </a:moveTo>
                <a:lnTo>
                  <a:pt x="1292828" y="85820"/>
                </a:lnTo>
                <a:lnTo>
                  <a:pt x="1292828" y="73152"/>
                </a:lnTo>
                <a:lnTo>
                  <a:pt x="1305496" y="73152"/>
                </a:lnTo>
                <a:lnTo>
                  <a:pt x="1305496" y="8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E7BA1CC-EDB0-801B-B282-1665A4CC07AB}"/>
              </a:ext>
            </a:extLst>
          </p:cNvPr>
          <p:cNvGrpSpPr/>
          <p:nvPr/>
        </p:nvGrpSpPr>
        <p:grpSpPr>
          <a:xfrm>
            <a:off x="12915647" y="1168855"/>
            <a:ext cx="4848223" cy="2494289"/>
            <a:chOff x="12971780" y="3955799"/>
            <a:chExt cx="5236211" cy="2494289"/>
          </a:xfrm>
        </p:grpSpPr>
        <p:sp>
          <p:nvSpPr>
            <p:cNvPr id="25" name="object 25"/>
            <p:cNvSpPr/>
            <p:nvPr/>
          </p:nvSpPr>
          <p:spPr>
            <a:xfrm>
              <a:off x="12971781" y="3955799"/>
              <a:ext cx="5236210" cy="2494280"/>
            </a:xfrm>
            <a:custGeom>
              <a:avLst/>
              <a:gdLst/>
              <a:ahLst/>
              <a:cxnLst/>
              <a:rect l="l" t="t" r="r" b="b"/>
              <a:pathLst>
                <a:path w="5236209" h="2494279">
                  <a:moveTo>
                    <a:pt x="5231701" y="2494283"/>
                  </a:moveTo>
                  <a:lnTo>
                    <a:pt x="5619" y="2494283"/>
                  </a:lnTo>
                  <a:lnTo>
                    <a:pt x="0" y="2488597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6" y="0"/>
                  </a:lnTo>
                  <a:lnTo>
                    <a:pt x="5236090" y="4366"/>
                  </a:lnTo>
                  <a:lnTo>
                    <a:pt x="5236090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468879"/>
                  </a:lnTo>
                  <a:lnTo>
                    <a:pt x="12668" y="2468879"/>
                  </a:lnTo>
                  <a:lnTo>
                    <a:pt x="12668" y="2481548"/>
                  </a:lnTo>
                  <a:lnTo>
                    <a:pt x="5236090" y="2481548"/>
                  </a:lnTo>
                  <a:lnTo>
                    <a:pt x="5236090" y="2489916"/>
                  </a:lnTo>
                  <a:lnTo>
                    <a:pt x="5231701" y="2494283"/>
                  </a:lnTo>
                  <a:close/>
                </a:path>
                <a:path w="5236209" h="2494279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6209" h="2494279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6209" h="2494279">
                  <a:moveTo>
                    <a:pt x="5224748" y="2481548"/>
                  </a:moveTo>
                  <a:lnTo>
                    <a:pt x="5212080" y="2481548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6090" y="25431"/>
                  </a:lnTo>
                  <a:lnTo>
                    <a:pt x="5236090" y="2468879"/>
                  </a:lnTo>
                  <a:lnTo>
                    <a:pt x="5224748" y="2468879"/>
                  </a:lnTo>
                  <a:lnTo>
                    <a:pt x="5224748" y="2481548"/>
                  </a:lnTo>
                  <a:close/>
                </a:path>
                <a:path w="5236209" h="2494279">
                  <a:moveTo>
                    <a:pt x="5236090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6090" y="12668"/>
                  </a:lnTo>
                  <a:lnTo>
                    <a:pt x="5236090" y="25431"/>
                  </a:lnTo>
                  <a:close/>
                </a:path>
                <a:path w="5236209" h="2494279">
                  <a:moveTo>
                    <a:pt x="25431" y="2481548"/>
                  </a:moveTo>
                  <a:lnTo>
                    <a:pt x="12668" y="2481548"/>
                  </a:lnTo>
                  <a:lnTo>
                    <a:pt x="12668" y="2468879"/>
                  </a:lnTo>
                  <a:lnTo>
                    <a:pt x="25431" y="2468879"/>
                  </a:lnTo>
                  <a:lnTo>
                    <a:pt x="25431" y="2481548"/>
                  </a:lnTo>
                  <a:close/>
                </a:path>
                <a:path w="5236209" h="2494279">
                  <a:moveTo>
                    <a:pt x="5212080" y="2481548"/>
                  </a:moveTo>
                  <a:lnTo>
                    <a:pt x="25431" y="2481548"/>
                  </a:lnTo>
                  <a:lnTo>
                    <a:pt x="25431" y="2468879"/>
                  </a:lnTo>
                  <a:lnTo>
                    <a:pt x="5212080" y="2468879"/>
                  </a:lnTo>
                  <a:lnTo>
                    <a:pt x="5212080" y="2481548"/>
                  </a:lnTo>
                  <a:close/>
                </a:path>
                <a:path w="5236209" h="2494279">
                  <a:moveTo>
                    <a:pt x="5236090" y="2481548"/>
                  </a:moveTo>
                  <a:lnTo>
                    <a:pt x="5224748" y="2481548"/>
                  </a:lnTo>
                  <a:lnTo>
                    <a:pt x="5224748" y="2468879"/>
                  </a:lnTo>
                  <a:lnTo>
                    <a:pt x="5236090" y="2468879"/>
                  </a:lnTo>
                  <a:lnTo>
                    <a:pt x="5236090" y="24815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12971780" y="3955808"/>
              <a:ext cx="1305560" cy="2494280"/>
            </a:xfrm>
            <a:custGeom>
              <a:avLst/>
              <a:gdLst/>
              <a:ahLst/>
              <a:cxnLst/>
              <a:rect l="l" t="t" r="r" b="b"/>
              <a:pathLst>
                <a:path w="1305559" h="2494279">
                  <a:moveTo>
                    <a:pt x="1305560" y="5715"/>
                  </a:moveTo>
                  <a:lnTo>
                    <a:pt x="129987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2488590"/>
                  </a:lnTo>
                  <a:lnTo>
                    <a:pt x="5232" y="2493822"/>
                  </a:lnTo>
                  <a:lnTo>
                    <a:pt x="1300175" y="2493822"/>
                  </a:lnTo>
                  <a:lnTo>
                    <a:pt x="1305560" y="2488590"/>
                  </a:lnTo>
                  <a:lnTo>
                    <a:pt x="1305560" y="2481542"/>
                  </a:lnTo>
                  <a:lnTo>
                    <a:pt x="1305496" y="2468880"/>
                  </a:lnTo>
                  <a:lnTo>
                    <a:pt x="1305560" y="25425"/>
                  </a:lnTo>
                  <a:lnTo>
                    <a:pt x="1305496" y="12661"/>
                  </a:lnTo>
                  <a:lnTo>
                    <a:pt x="1305560" y="5715"/>
                  </a:lnTo>
                  <a:close/>
                </a:path>
              </a:pathLst>
            </a:custGeom>
            <a:solidFill>
              <a:srgbClr val="1565BF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object 30"/>
            <p:cNvSpPr txBox="1"/>
            <p:nvPr/>
          </p:nvSpPr>
          <p:spPr>
            <a:xfrm>
              <a:off x="13278662" y="4203445"/>
              <a:ext cx="69215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8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Day</a:t>
              </a:r>
              <a:r>
                <a:rPr sz="1800" b="1" spc="-9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145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object 36"/>
            <p:cNvSpPr txBox="1"/>
            <p:nvPr/>
          </p:nvSpPr>
          <p:spPr>
            <a:xfrm>
              <a:off x="13172547" y="5496464"/>
              <a:ext cx="904240" cy="2692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35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Educate</a:t>
              </a:r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14471395" y="4224400"/>
              <a:ext cx="2774315" cy="566420"/>
            </a:xfrm>
            <a:prstGeom prst="rect">
              <a:avLst/>
            </a:prstGeom>
          </p:spPr>
          <p:txBody>
            <a:bodyPr vert="horz" wrap="square" lIns="0" tIns="27939" rIns="0" bIns="0" rtlCol="0">
              <a:spAutoFit/>
            </a:bodyPr>
            <a:lstStyle/>
            <a:p>
              <a:pPr marL="12700" marR="5080">
                <a:lnSpc>
                  <a:spcPts val="2100"/>
                </a:lnSpc>
                <a:spcBef>
                  <a:spcPts val="219"/>
                </a:spcBef>
              </a:pPr>
              <a:r>
                <a:rPr sz="1800" b="1" spc="-114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Here's</a:t>
              </a:r>
              <a:r>
                <a:rPr sz="1800" b="1" spc="-8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3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Why</a:t>
              </a:r>
              <a:r>
                <a:rPr sz="1800" b="1" spc="-8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8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Zero</a:t>
              </a:r>
              <a:r>
                <a:rPr sz="1800" b="1" spc="-7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Sugar </a:t>
              </a:r>
              <a:r>
                <a:rPr sz="1800" b="1" spc="-6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Actually</a:t>
              </a:r>
              <a:r>
                <a:rPr sz="1800" b="1" spc="-8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10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Tastes</a:t>
              </a:r>
              <a:r>
                <a:rPr sz="1800" b="1" spc="-8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1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Better</a:t>
              </a:r>
              <a:endParaRPr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14471395" y="5375306"/>
              <a:ext cx="3252470" cy="507365"/>
            </a:xfrm>
            <a:prstGeom prst="rect">
              <a:avLst/>
            </a:prstGeom>
          </p:spPr>
          <p:txBody>
            <a:bodyPr vert="horz" wrap="square" lIns="0" tIns="24765" rIns="0" bIns="0" rtlCol="0">
              <a:spAutoFit/>
            </a:bodyPr>
            <a:lstStyle/>
            <a:p>
              <a:pPr marL="12700" marR="5080">
                <a:lnSpc>
                  <a:spcPts val="1880"/>
                </a:lnSpc>
                <a:spcBef>
                  <a:spcPts val="195"/>
                </a:spcBef>
              </a:pP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Educational</a:t>
              </a:r>
              <a:r>
                <a:rPr sz="1600" spc="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content</a:t>
              </a:r>
              <a:r>
                <a:rPr sz="1600" spc="1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39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1600" spc="1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blog</a:t>
              </a:r>
              <a:r>
                <a:rPr sz="1600" spc="1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link.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Builds</a:t>
              </a:r>
              <a:r>
                <a:rPr sz="1600" spc="-4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trust</a:t>
              </a:r>
              <a:r>
                <a:rPr sz="1600" spc="-3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r>
                <a:rPr sz="1600" spc="-4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science.</a:t>
              </a:r>
              <a:endParaRPr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F3C15A3-B8BD-0951-96AB-3E73300E87B7}"/>
              </a:ext>
            </a:extLst>
          </p:cNvPr>
          <p:cNvGrpSpPr/>
          <p:nvPr/>
        </p:nvGrpSpPr>
        <p:grpSpPr>
          <a:xfrm>
            <a:off x="7463583" y="3963814"/>
            <a:ext cx="4895802" cy="2494290"/>
            <a:chOff x="7485380" y="6735574"/>
            <a:chExt cx="5236212" cy="2494290"/>
          </a:xfrm>
        </p:grpSpPr>
        <p:sp>
          <p:nvSpPr>
            <p:cNvPr id="34" name="object 34"/>
            <p:cNvSpPr/>
            <p:nvPr/>
          </p:nvSpPr>
          <p:spPr>
            <a:xfrm>
              <a:off x="7485382" y="6735574"/>
              <a:ext cx="5236210" cy="2494280"/>
            </a:xfrm>
            <a:custGeom>
              <a:avLst/>
              <a:gdLst/>
              <a:ahLst/>
              <a:cxnLst/>
              <a:rect l="l" t="t" r="r" b="b"/>
              <a:pathLst>
                <a:path w="5236209" h="2494279">
                  <a:moveTo>
                    <a:pt x="5231701" y="2494283"/>
                  </a:moveTo>
                  <a:lnTo>
                    <a:pt x="5619" y="2494283"/>
                  </a:lnTo>
                  <a:lnTo>
                    <a:pt x="0" y="2488596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6" y="0"/>
                  </a:lnTo>
                  <a:lnTo>
                    <a:pt x="5236090" y="4366"/>
                  </a:lnTo>
                  <a:lnTo>
                    <a:pt x="5236090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468880"/>
                  </a:lnTo>
                  <a:lnTo>
                    <a:pt x="12668" y="2468880"/>
                  </a:lnTo>
                  <a:lnTo>
                    <a:pt x="12668" y="2481548"/>
                  </a:lnTo>
                  <a:lnTo>
                    <a:pt x="5236090" y="2481548"/>
                  </a:lnTo>
                  <a:lnTo>
                    <a:pt x="5236090" y="2489916"/>
                  </a:lnTo>
                  <a:lnTo>
                    <a:pt x="5231701" y="2494283"/>
                  </a:lnTo>
                  <a:close/>
                </a:path>
                <a:path w="5236209" h="2494279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6209" h="2494279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6209" h="2494279">
                  <a:moveTo>
                    <a:pt x="5224748" y="2481548"/>
                  </a:moveTo>
                  <a:lnTo>
                    <a:pt x="5212080" y="2481548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6090" y="25431"/>
                  </a:lnTo>
                  <a:lnTo>
                    <a:pt x="5236090" y="2468880"/>
                  </a:lnTo>
                  <a:lnTo>
                    <a:pt x="5224748" y="2468880"/>
                  </a:lnTo>
                  <a:lnTo>
                    <a:pt x="5224748" y="2481548"/>
                  </a:lnTo>
                  <a:close/>
                </a:path>
                <a:path w="5236209" h="2494279">
                  <a:moveTo>
                    <a:pt x="5236090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6090" y="12668"/>
                  </a:lnTo>
                  <a:lnTo>
                    <a:pt x="5236090" y="25431"/>
                  </a:lnTo>
                  <a:close/>
                </a:path>
                <a:path w="5236209" h="2494279">
                  <a:moveTo>
                    <a:pt x="25431" y="2481548"/>
                  </a:moveTo>
                  <a:lnTo>
                    <a:pt x="12668" y="2481548"/>
                  </a:lnTo>
                  <a:lnTo>
                    <a:pt x="12668" y="2468880"/>
                  </a:lnTo>
                  <a:lnTo>
                    <a:pt x="25431" y="2468880"/>
                  </a:lnTo>
                  <a:lnTo>
                    <a:pt x="25431" y="2481548"/>
                  </a:lnTo>
                  <a:close/>
                </a:path>
                <a:path w="5236209" h="2494279">
                  <a:moveTo>
                    <a:pt x="5212080" y="2481548"/>
                  </a:moveTo>
                  <a:lnTo>
                    <a:pt x="25431" y="2481548"/>
                  </a:lnTo>
                  <a:lnTo>
                    <a:pt x="25431" y="2468880"/>
                  </a:lnTo>
                  <a:lnTo>
                    <a:pt x="5212080" y="2468880"/>
                  </a:lnTo>
                  <a:lnTo>
                    <a:pt x="5212080" y="2481548"/>
                  </a:lnTo>
                  <a:close/>
                </a:path>
                <a:path w="5236209" h="2494279">
                  <a:moveTo>
                    <a:pt x="5236090" y="2481548"/>
                  </a:moveTo>
                  <a:lnTo>
                    <a:pt x="5224748" y="2481548"/>
                  </a:lnTo>
                  <a:lnTo>
                    <a:pt x="5224748" y="2468880"/>
                  </a:lnTo>
                  <a:lnTo>
                    <a:pt x="5236090" y="2468880"/>
                  </a:lnTo>
                  <a:lnTo>
                    <a:pt x="5236090" y="24815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7485380" y="6735584"/>
              <a:ext cx="1305560" cy="2494280"/>
            </a:xfrm>
            <a:custGeom>
              <a:avLst/>
              <a:gdLst/>
              <a:ahLst/>
              <a:cxnLst/>
              <a:rect l="l" t="t" r="r" b="b"/>
              <a:pathLst>
                <a:path w="1305559" h="2494279">
                  <a:moveTo>
                    <a:pt x="1305560" y="5715"/>
                  </a:moveTo>
                  <a:lnTo>
                    <a:pt x="129987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2488590"/>
                  </a:lnTo>
                  <a:lnTo>
                    <a:pt x="5232" y="2493822"/>
                  </a:lnTo>
                  <a:lnTo>
                    <a:pt x="1300175" y="2493822"/>
                  </a:lnTo>
                  <a:lnTo>
                    <a:pt x="1305560" y="2488590"/>
                  </a:lnTo>
                  <a:lnTo>
                    <a:pt x="1305560" y="2481542"/>
                  </a:lnTo>
                  <a:lnTo>
                    <a:pt x="1305496" y="2468880"/>
                  </a:lnTo>
                  <a:lnTo>
                    <a:pt x="1305560" y="25425"/>
                  </a:lnTo>
                  <a:lnTo>
                    <a:pt x="1305496" y="12661"/>
                  </a:lnTo>
                  <a:lnTo>
                    <a:pt x="1305560" y="5715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7780952" y="6983221"/>
              <a:ext cx="71437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8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Day</a:t>
              </a:r>
              <a:r>
                <a:rPr sz="1800" b="1" spc="-9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5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7498050" y="7571203"/>
              <a:ext cx="1280160" cy="73660"/>
            </a:xfrm>
            <a:custGeom>
              <a:avLst/>
              <a:gdLst/>
              <a:ahLst/>
              <a:cxnLst/>
              <a:rect l="l" t="t" r="r" b="b"/>
              <a:pathLst>
                <a:path w="1280159" h="73659">
                  <a:moveTo>
                    <a:pt x="1280159" y="73151"/>
                  </a:moveTo>
                  <a:lnTo>
                    <a:pt x="0" y="73151"/>
                  </a:lnTo>
                  <a:lnTo>
                    <a:pt x="0" y="0"/>
                  </a:lnTo>
                  <a:lnTo>
                    <a:pt x="1280159" y="0"/>
                  </a:lnTo>
                  <a:lnTo>
                    <a:pt x="1280159" y="73151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7485382" y="7558535"/>
              <a:ext cx="1305560" cy="99060"/>
            </a:xfrm>
            <a:custGeom>
              <a:avLst/>
              <a:gdLst/>
              <a:ahLst/>
              <a:cxnLst/>
              <a:rect l="l" t="t" r="r" b="b"/>
              <a:pathLst>
                <a:path w="1305559" h="99059">
                  <a:moveTo>
                    <a:pt x="1299685" y="98555"/>
                  </a:moveTo>
                  <a:lnTo>
                    <a:pt x="5715" y="98555"/>
                  </a:lnTo>
                  <a:lnTo>
                    <a:pt x="0" y="92868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1299876" y="0"/>
                  </a:lnTo>
                  <a:lnTo>
                    <a:pt x="1305470" y="5715"/>
                  </a:lnTo>
                  <a:lnTo>
                    <a:pt x="1305470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73152"/>
                  </a:lnTo>
                  <a:lnTo>
                    <a:pt x="12668" y="73152"/>
                  </a:lnTo>
                  <a:lnTo>
                    <a:pt x="12668" y="85820"/>
                  </a:lnTo>
                  <a:lnTo>
                    <a:pt x="1305470" y="85820"/>
                  </a:lnTo>
                  <a:lnTo>
                    <a:pt x="1305470" y="92868"/>
                  </a:lnTo>
                  <a:lnTo>
                    <a:pt x="1299685" y="98555"/>
                  </a:lnTo>
                  <a:close/>
                </a:path>
                <a:path w="1305559" h="99059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1305559" h="99059">
                  <a:moveTo>
                    <a:pt x="128016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1280160" y="12668"/>
                  </a:lnTo>
                  <a:lnTo>
                    <a:pt x="1280160" y="25431"/>
                  </a:lnTo>
                  <a:close/>
                </a:path>
                <a:path w="1305559" h="99059">
                  <a:moveTo>
                    <a:pt x="1292828" y="85820"/>
                  </a:moveTo>
                  <a:lnTo>
                    <a:pt x="1280160" y="85820"/>
                  </a:lnTo>
                  <a:lnTo>
                    <a:pt x="1280160" y="12668"/>
                  </a:lnTo>
                  <a:lnTo>
                    <a:pt x="1292828" y="12668"/>
                  </a:lnTo>
                  <a:lnTo>
                    <a:pt x="1292828" y="25431"/>
                  </a:lnTo>
                  <a:lnTo>
                    <a:pt x="1305470" y="25431"/>
                  </a:lnTo>
                  <a:lnTo>
                    <a:pt x="1305470" y="73152"/>
                  </a:lnTo>
                  <a:lnTo>
                    <a:pt x="1292828" y="73152"/>
                  </a:lnTo>
                  <a:lnTo>
                    <a:pt x="1292828" y="85820"/>
                  </a:lnTo>
                  <a:close/>
                </a:path>
                <a:path w="1305559" h="99059">
                  <a:moveTo>
                    <a:pt x="1305496" y="25431"/>
                  </a:moveTo>
                  <a:lnTo>
                    <a:pt x="1292828" y="25431"/>
                  </a:lnTo>
                  <a:lnTo>
                    <a:pt x="1292828" y="12668"/>
                  </a:lnTo>
                  <a:lnTo>
                    <a:pt x="1305496" y="12668"/>
                  </a:lnTo>
                  <a:lnTo>
                    <a:pt x="1305496" y="25431"/>
                  </a:lnTo>
                  <a:close/>
                </a:path>
                <a:path w="1305559" h="99059">
                  <a:moveTo>
                    <a:pt x="25431" y="85820"/>
                  </a:moveTo>
                  <a:lnTo>
                    <a:pt x="12668" y="85820"/>
                  </a:lnTo>
                  <a:lnTo>
                    <a:pt x="12668" y="73152"/>
                  </a:lnTo>
                  <a:lnTo>
                    <a:pt x="25431" y="73152"/>
                  </a:lnTo>
                  <a:lnTo>
                    <a:pt x="25431" y="85820"/>
                  </a:lnTo>
                  <a:close/>
                </a:path>
                <a:path w="1305559" h="99059">
                  <a:moveTo>
                    <a:pt x="1280160" y="85820"/>
                  </a:moveTo>
                  <a:lnTo>
                    <a:pt x="25431" y="85820"/>
                  </a:lnTo>
                  <a:lnTo>
                    <a:pt x="25431" y="73152"/>
                  </a:lnTo>
                  <a:lnTo>
                    <a:pt x="1280160" y="73152"/>
                  </a:lnTo>
                  <a:lnTo>
                    <a:pt x="1280160" y="85820"/>
                  </a:lnTo>
                  <a:close/>
                </a:path>
                <a:path w="1305559" h="99059">
                  <a:moveTo>
                    <a:pt x="1305496" y="85820"/>
                  </a:moveTo>
                  <a:lnTo>
                    <a:pt x="1292828" y="85820"/>
                  </a:lnTo>
                  <a:lnTo>
                    <a:pt x="1292828" y="73152"/>
                  </a:lnTo>
                  <a:lnTo>
                    <a:pt x="1305496" y="73152"/>
                  </a:lnTo>
                  <a:lnTo>
                    <a:pt x="1305496" y="858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object 45"/>
            <p:cNvSpPr txBox="1"/>
            <p:nvPr/>
          </p:nvSpPr>
          <p:spPr>
            <a:xfrm>
              <a:off x="7490886" y="8276240"/>
              <a:ext cx="1294765" cy="2692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75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Social</a:t>
              </a:r>
              <a:r>
                <a:rPr sz="1600" b="1" spc="-85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b="1" spc="-4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Proof</a:t>
              </a:r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object 46"/>
            <p:cNvSpPr txBox="1"/>
            <p:nvPr/>
          </p:nvSpPr>
          <p:spPr>
            <a:xfrm>
              <a:off x="8984995" y="7004177"/>
              <a:ext cx="3049905" cy="566420"/>
            </a:xfrm>
            <a:prstGeom prst="rect">
              <a:avLst/>
            </a:prstGeom>
          </p:spPr>
          <p:txBody>
            <a:bodyPr vert="horz" wrap="square" lIns="0" tIns="27939" rIns="0" bIns="0" rtlCol="0">
              <a:spAutoFit/>
            </a:bodyPr>
            <a:lstStyle/>
            <a:p>
              <a:pPr marL="12700" marR="5080">
                <a:lnSpc>
                  <a:spcPts val="2100"/>
                </a:lnSpc>
                <a:spcBef>
                  <a:spcPts val="219"/>
                </a:spcBef>
              </a:pPr>
              <a:r>
                <a:rPr sz="1800" b="1" spc="-4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What</a:t>
              </a:r>
              <a:r>
                <a:rPr sz="1800" b="1" spc="-9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7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Our</a:t>
              </a:r>
              <a:r>
                <a:rPr sz="1800" b="1" spc="-8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7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Customers</a:t>
              </a:r>
              <a:r>
                <a:rPr sz="1800" b="1" spc="-8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5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Are </a:t>
              </a:r>
              <a:r>
                <a:rPr sz="1800" b="1" spc="-1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Saying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object 47"/>
            <p:cNvSpPr txBox="1"/>
            <p:nvPr/>
          </p:nvSpPr>
          <p:spPr>
            <a:xfrm>
              <a:off x="8984995" y="8155082"/>
              <a:ext cx="3458210" cy="507365"/>
            </a:xfrm>
            <a:prstGeom prst="rect">
              <a:avLst/>
            </a:prstGeom>
          </p:spPr>
          <p:txBody>
            <a:bodyPr vert="horz" wrap="square" lIns="0" tIns="24765" rIns="0" bIns="0" rtlCol="0">
              <a:spAutoFit/>
            </a:bodyPr>
            <a:lstStyle/>
            <a:p>
              <a:pPr marL="12700" marR="5080">
                <a:lnSpc>
                  <a:spcPts val="1880"/>
                </a:lnSpc>
                <a:spcBef>
                  <a:spcPts val="195"/>
                </a:spcBef>
              </a:pP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UGC</a:t>
              </a:r>
              <a:r>
                <a:rPr sz="1600" spc="-1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testimonials</a:t>
              </a:r>
              <a:r>
                <a:rPr sz="1600" spc="-9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39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sz="1600" spc="-9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12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5-</a:t>
              </a:r>
              <a:r>
                <a:rPr sz="1600" spc="-4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star</a:t>
              </a:r>
              <a:r>
                <a:rPr sz="1600" spc="-1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3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reviews. </a:t>
              </a:r>
              <a:r>
                <a:rPr sz="1600" spc="-2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Social</a:t>
              </a:r>
              <a:r>
                <a:rPr sz="1600" spc="-1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proof</a:t>
              </a:r>
              <a:r>
                <a:rPr sz="1600" spc="-10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email.</a:t>
              </a:r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0" name="object 50"/>
          <p:cNvSpPr/>
          <p:nvPr/>
        </p:nvSpPr>
        <p:spPr>
          <a:xfrm>
            <a:off x="12984449" y="2011650"/>
            <a:ext cx="1280160" cy="73660"/>
          </a:xfrm>
          <a:custGeom>
            <a:avLst/>
            <a:gdLst/>
            <a:ahLst/>
            <a:cxnLst/>
            <a:rect l="l" t="t" r="r" b="b"/>
            <a:pathLst>
              <a:path w="1280159" h="73660">
                <a:moveTo>
                  <a:pt x="1280159" y="73151"/>
                </a:moveTo>
                <a:lnTo>
                  <a:pt x="0" y="73151"/>
                </a:lnTo>
                <a:lnTo>
                  <a:pt x="0" y="0"/>
                </a:lnTo>
                <a:lnTo>
                  <a:pt x="1280159" y="0"/>
                </a:lnTo>
                <a:lnTo>
                  <a:pt x="1280159" y="73151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2971781" y="1998982"/>
            <a:ext cx="1305560" cy="99060"/>
          </a:xfrm>
          <a:custGeom>
            <a:avLst/>
            <a:gdLst/>
            <a:ahLst/>
            <a:cxnLst/>
            <a:rect l="l" t="t" r="r" b="b"/>
            <a:pathLst>
              <a:path w="1305559" h="99060">
                <a:moveTo>
                  <a:pt x="1299684" y="98555"/>
                </a:moveTo>
                <a:lnTo>
                  <a:pt x="5715" y="98555"/>
                </a:lnTo>
                <a:lnTo>
                  <a:pt x="0" y="92868"/>
                </a:lnTo>
                <a:lnTo>
                  <a:pt x="0" y="5715"/>
                </a:lnTo>
                <a:lnTo>
                  <a:pt x="5715" y="0"/>
                </a:lnTo>
                <a:lnTo>
                  <a:pt x="1299876" y="0"/>
                </a:lnTo>
                <a:lnTo>
                  <a:pt x="1305470" y="5715"/>
                </a:lnTo>
                <a:lnTo>
                  <a:pt x="1305470" y="12668"/>
                </a:lnTo>
                <a:lnTo>
                  <a:pt x="12668" y="12668"/>
                </a:lnTo>
                <a:lnTo>
                  <a:pt x="12668" y="25431"/>
                </a:lnTo>
                <a:lnTo>
                  <a:pt x="25431" y="25431"/>
                </a:lnTo>
                <a:lnTo>
                  <a:pt x="25431" y="73152"/>
                </a:lnTo>
                <a:lnTo>
                  <a:pt x="12668" y="73152"/>
                </a:lnTo>
                <a:lnTo>
                  <a:pt x="12668" y="85820"/>
                </a:lnTo>
                <a:lnTo>
                  <a:pt x="1305470" y="85820"/>
                </a:lnTo>
                <a:lnTo>
                  <a:pt x="1305470" y="92868"/>
                </a:lnTo>
                <a:lnTo>
                  <a:pt x="1299684" y="98555"/>
                </a:lnTo>
                <a:close/>
              </a:path>
              <a:path w="1305559" h="99060">
                <a:moveTo>
                  <a:pt x="25431" y="25431"/>
                </a:moveTo>
                <a:lnTo>
                  <a:pt x="12668" y="25431"/>
                </a:lnTo>
                <a:lnTo>
                  <a:pt x="12668" y="12668"/>
                </a:lnTo>
                <a:lnTo>
                  <a:pt x="25431" y="12668"/>
                </a:lnTo>
                <a:lnTo>
                  <a:pt x="25431" y="25431"/>
                </a:lnTo>
                <a:close/>
              </a:path>
              <a:path w="1305559" h="99060">
                <a:moveTo>
                  <a:pt x="1280160" y="25431"/>
                </a:moveTo>
                <a:lnTo>
                  <a:pt x="25431" y="25431"/>
                </a:lnTo>
                <a:lnTo>
                  <a:pt x="25431" y="12668"/>
                </a:lnTo>
                <a:lnTo>
                  <a:pt x="1280160" y="12668"/>
                </a:lnTo>
                <a:lnTo>
                  <a:pt x="1280160" y="25431"/>
                </a:lnTo>
                <a:close/>
              </a:path>
              <a:path w="1305559" h="99060">
                <a:moveTo>
                  <a:pt x="1292828" y="85820"/>
                </a:moveTo>
                <a:lnTo>
                  <a:pt x="1280160" y="85820"/>
                </a:lnTo>
                <a:lnTo>
                  <a:pt x="1280160" y="12668"/>
                </a:lnTo>
                <a:lnTo>
                  <a:pt x="1292828" y="12668"/>
                </a:lnTo>
                <a:lnTo>
                  <a:pt x="1292828" y="25431"/>
                </a:lnTo>
                <a:lnTo>
                  <a:pt x="1305470" y="25431"/>
                </a:lnTo>
                <a:lnTo>
                  <a:pt x="1305470" y="73152"/>
                </a:lnTo>
                <a:lnTo>
                  <a:pt x="1292828" y="73152"/>
                </a:lnTo>
                <a:lnTo>
                  <a:pt x="1292828" y="85820"/>
                </a:lnTo>
                <a:close/>
              </a:path>
              <a:path w="1305559" h="99060">
                <a:moveTo>
                  <a:pt x="1305496" y="25431"/>
                </a:moveTo>
                <a:lnTo>
                  <a:pt x="1292828" y="25431"/>
                </a:lnTo>
                <a:lnTo>
                  <a:pt x="1292828" y="12668"/>
                </a:lnTo>
                <a:lnTo>
                  <a:pt x="1305496" y="12668"/>
                </a:lnTo>
                <a:lnTo>
                  <a:pt x="1305496" y="25431"/>
                </a:lnTo>
                <a:close/>
              </a:path>
              <a:path w="1305559" h="99060">
                <a:moveTo>
                  <a:pt x="25431" y="85820"/>
                </a:moveTo>
                <a:lnTo>
                  <a:pt x="12668" y="85820"/>
                </a:lnTo>
                <a:lnTo>
                  <a:pt x="12668" y="73152"/>
                </a:lnTo>
                <a:lnTo>
                  <a:pt x="25431" y="73152"/>
                </a:lnTo>
                <a:lnTo>
                  <a:pt x="25431" y="85820"/>
                </a:lnTo>
                <a:close/>
              </a:path>
              <a:path w="1305559" h="99060">
                <a:moveTo>
                  <a:pt x="1280160" y="85820"/>
                </a:moveTo>
                <a:lnTo>
                  <a:pt x="25431" y="85820"/>
                </a:lnTo>
                <a:lnTo>
                  <a:pt x="25431" y="73152"/>
                </a:lnTo>
                <a:lnTo>
                  <a:pt x="1280160" y="73152"/>
                </a:lnTo>
                <a:lnTo>
                  <a:pt x="1280160" y="85820"/>
                </a:lnTo>
                <a:close/>
              </a:path>
              <a:path w="1305559" h="99060">
                <a:moveTo>
                  <a:pt x="1305496" y="85820"/>
                </a:moveTo>
                <a:lnTo>
                  <a:pt x="1292828" y="85820"/>
                </a:lnTo>
                <a:lnTo>
                  <a:pt x="1292828" y="73152"/>
                </a:lnTo>
                <a:lnTo>
                  <a:pt x="1305496" y="73152"/>
                </a:lnTo>
                <a:lnTo>
                  <a:pt x="1305496" y="8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AC89728-23F9-1C8F-E2FF-C43B7D5E14F0}"/>
              </a:ext>
            </a:extLst>
          </p:cNvPr>
          <p:cNvGrpSpPr/>
          <p:nvPr/>
        </p:nvGrpSpPr>
        <p:grpSpPr>
          <a:xfrm>
            <a:off x="12915647" y="3963777"/>
            <a:ext cx="4848223" cy="2494289"/>
            <a:chOff x="12971780" y="1176023"/>
            <a:chExt cx="5236211" cy="2494289"/>
          </a:xfrm>
        </p:grpSpPr>
        <p:sp>
          <p:nvSpPr>
            <p:cNvPr id="43" name="object 43"/>
            <p:cNvSpPr/>
            <p:nvPr/>
          </p:nvSpPr>
          <p:spPr>
            <a:xfrm>
              <a:off x="12971781" y="1176023"/>
              <a:ext cx="5236210" cy="2494280"/>
            </a:xfrm>
            <a:custGeom>
              <a:avLst/>
              <a:gdLst/>
              <a:ahLst/>
              <a:cxnLst/>
              <a:rect l="l" t="t" r="r" b="b"/>
              <a:pathLst>
                <a:path w="5236209" h="2494279">
                  <a:moveTo>
                    <a:pt x="5231701" y="2494283"/>
                  </a:moveTo>
                  <a:lnTo>
                    <a:pt x="5619" y="2494283"/>
                  </a:lnTo>
                  <a:lnTo>
                    <a:pt x="0" y="2488596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6" y="0"/>
                  </a:lnTo>
                  <a:lnTo>
                    <a:pt x="5236090" y="4366"/>
                  </a:lnTo>
                  <a:lnTo>
                    <a:pt x="5236090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468879"/>
                  </a:lnTo>
                  <a:lnTo>
                    <a:pt x="12668" y="2468879"/>
                  </a:lnTo>
                  <a:lnTo>
                    <a:pt x="12668" y="2481548"/>
                  </a:lnTo>
                  <a:lnTo>
                    <a:pt x="5236090" y="2481548"/>
                  </a:lnTo>
                  <a:lnTo>
                    <a:pt x="5236090" y="2489916"/>
                  </a:lnTo>
                  <a:lnTo>
                    <a:pt x="5231701" y="2494283"/>
                  </a:lnTo>
                  <a:close/>
                </a:path>
                <a:path w="5236209" h="2494279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6209" h="2494279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6209" h="2494279">
                  <a:moveTo>
                    <a:pt x="5224748" y="2481548"/>
                  </a:moveTo>
                  <a:lnTo>
                    <a:pt x="5212080" y="2481548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6090" y="25431"/>
                  </a:lnTo>
                  <a:lnTo>
                    <a:pt x="5236090" y="2468879"/>
                  </a:lnTo>
                  <a:lnTo>
                    <a:pt x="5224748" y="2468879"/>
                  </a:lnTo>
                  <a:lnTo>
                    <a:pt x="5224748" y="2481548"/>
                  </a:lnTo>
                  <a:close/>
                </a:path>
                <a:path w="5236209" h="2494279">
                  <a:moveTo>
                    <a:pt x="5236090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6090" y="12668"/>
                  </a:lnTo>
                  <a:lnTo>
                    <a:pt x="5236090" y="25431"/>
                  </a:lnTo>
                  <a:close/>
                </a:path>
                <a:path w="5236209" h="2494279">
                  <a:moveTo>
                    <a:pt x="25431" y="2481548"/>
                  </a:moveTo>
                  <a:lnTo>
                    <a:pt x="12668" y="2481548"/>
                  </a:lnTo>
                  <a:lnTo>
                    <a:pt x="12668" y="2468879"/>
                  </a:lnTo>
                  <a:lnTo>
                    <a:pt x="25431" y="2468879"/>
                  </a:lnTo>
                  <a:lnTo>
                    <a:pt x="25431" y="2481548"/>
                  </a:lnTo>
                  <a:close/>
                </a:path>
                <a:path w="5236209" h="2494279">
                  <a:moveTo>
                    <a:pt x="5212080" y="2481548"/>
                  </a:moveTo>
                  <a:lnTo>
                    <a:pt x="25431" y="2481548"/>
                  </a:lnTo>
                  <a:lnTo>
                    <a:pt x="25431" y="2468879"/>
                  </a:lnTo>
                  <a:lnTo>
                    <a:pt x="5212080" y="2468879"/>
                  </a:lnTo>
                  <a:lnTo>
                    <a:pt x="5212080" y="2481548"/>
                  </a:lnTo>
                  <a:close/>
                </a:path>
                <a:path w="5236209" h="2494279">
                  <a:moveTo>
                    <a:pt x="5236090" y="2481548"/>
                  </a:moveTo>
                  <a:lnTo>
                    <a:pt x="5224748" y="2481548"/>
                  </a:lnTo>
                  <a:lnTo>
                    <a:pt x="5224748" y="2468879"/>
                  </a:lnTo>
                  <a:lnTo>
                    <a:pt x="5236090" y="2468879"/>
                  </a:lnTo>
                  <a:lnTo>
                    <a:pt x="5236090" y="24815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12971780" y="1176032"/>
              <a:ext cx="1305560" cy="2494280"/>
            </a:xfrm>
            <a:custGeom>
              <a:avLst/>
              <a:gdLst/>
              <a:ahLst/>
              <a:cxnLst/>
              <a:rect l="l" t="t" r="r" b="b"/>
              <a:pathLst>
                <a:path w="1305559" h="2494279">
                  <a:moveTo>
                    <a:pt x="1305560" y="5715"/>
                  </a:moveTo>
                  <a:lnTo>
                    <a:pt x="129987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2488590"/>
                  </a:lnTo>
                  <a:lnTo>
                    <a:pt x="5232" y="2493822"/>
                  </a:lnTo>
                  <a:lnTo>
                    <a:pt x="1300175" y="2493822"/>
                  </a:lnTo>
                  <a:lnTo>
                    <a:pt x="1305560" y="2488590"/>
                  </a:lnTo>
                  <a:lnTo>
                    <a:pt x="1305560" y="2481542"/>
                  </a:lnTo>
                  <a:lnTo>
                    <a:pt x="1305496" y="2468880"/>
                  </a:lnTo>
                  <a:lnTo>
                    <a:pt x="1305560" y="25425"/>
                  </a:lnTo>
                  <a:lnTo>
                    <a:pt x="1305496" y="12661"/>
                  </a:lnTo>
                  <a:lnTo>
                    <a:pt x="1305560" y="5715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13273304" y="1423669"/>
              <a:ext cx="702310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8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Day</a:t>
              </a:r>
              <a:r>
                <a:rPr sz="1800" b="1" spc="-9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65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object 54"/>
            <p:cNvSpPr txBox="1"/>
            <p:nvPr/>
          </p:nvSpPr>
          <p:spPr>
            <a:xfrm>
              <a:off x="13182817" y="2716688"/>
              <a:ext cx="883919" cy="2692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35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Product</a:t>
              </a:r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object 55"/>
            <p:cNvSpPr txBox="1"/>
            <p:nvPr/>
          </p:nvSpPr>
          <p:spPr>
            <a:xfrm>
              <a:off x="14471395" y="1577975"/>
              <a:ext cx="260667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5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Meet</a:t>
              </a:r>
              <a:r>
                <a:rPr sz="1800" b="1" spc="-9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7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Our</a:t>
              </a:r>
              <a:r>
                <a:rPr sz="1800" b="1" spc="-9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6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Best</a:t>
              </a:r>
              <a:r>
                <a:rPr sz="1800" b="1" spc="-9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7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Sellers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object 56"/>
            <p:cNvSpPr txBox="1"/>
            <p:nvPr/>
          </p:nvSpPr>
          <p:spPr>
            <a:xfrm>
              <a:off x="14471395" y="2595530"/>
              <a:ext cx="3415029" cy="507365"/>
            </a:xfrm>
            <a:prstGeom prst="rect">
              <a:avLst/>
            </a:prstGeom>
          </p:spPr>
          <p:txBody>
            <a:bodyPr vert="horz" wrap="square" lIns="0" tIns="24765" rIns="0" bIns="0" rtlCol="0">
              <a:spAutoFit/>
            </a:bodyPr>
            <a:lstStyle/>
            <a:p>
              <a:pPr marL="12700" marR="5080">
                <a:lnSpc>
                  <a:spcPts val="1880"/>
                </a:lnSpc>
                <a:spcBef>
                  <a:spcPts val="195"/>
                </a:spcBef>
              </a:pP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Top</a:t>
              </a:r>
              <a:r>
                <a:rPr sz="1600" spc="-8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12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sz="16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3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SKUs</a:t>
              </a:r>
              <a:r>
                <a:rPr sz="16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spotlighted</a:t>
              </a:r>
              <a:r>
                <a:rPr sz="16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r>
                <a:rPr sz="1600" spc="-8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5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Mango </a:t>
              </a:r>
              <a:r>
                <a:rPr sz="1600" spc="-4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Mojo,</a:t>
              </a:r>
              <a:r>
                <a:rPr sz="1600" spc="-2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Melon</a:t>
              </a:r>
              <a:r>
                <a:rPr sz="1600" spc="-2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4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Chill,</a:t>
              </a:r>
              <a:r>
                <a:rPr sz="1600" spc="-1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Apple</a:t>
              </a:r>
              <a:r>
                <a:rPr sz="1600" spc="-2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Pop.</a:t>
              </a:r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9" name="object 59"/>
          <p:cNvSpPr/>
          <p:nvPr/>
        </p:nvSpPr>
        <p:spPr>
          <a:xfrm>
            <a:off x="7498050" y="4791427"/>
            <a:ext cx="1280160" cy="73660"/>
          </a:xfrm>
          <a:custGeom>
            <a:avLst/>
            <a:gdLst/>
            <a:ahLst/>
            <a:cxnLst/>
            <a:rect l="l" t="t" r="r" b="b"/>
            <a:pathLst>
              <a:path w="1280159" h="73660">
                <a:moveTo>
                  <a:pt x="1280159" y="73151"/>
                </a:moveTo>
                <a:lnTo>
                  <a:pt x="0" y="73151"/>
                </a:lnTo>
                <a:lnTo>
                  <a:pt x="0" y="0"/>
                </a:lnTo>
                <a:lnTo>
                  <a:pt x="1280159" y="0"/>
                </a:lnTo>
                <a:lnTo>
                  <a:pt x="1280159" y="73151"/>
                </a:lnTo>
                <a:close/>
              </a:path>
            </a:pathLst>
          </a:custGeom>
          <a:solidFill>
            <a:srgbClr val="FFFFFF">
              <a:alpha val="29998"/>
            </a:srgbClr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485382" y="4778758"/>
            <a:ext cx="1305560" cy="99060"/>
          </a:xfrm>
          <a:custGeom>
            <a:avLst/>
            <a:gdLst/>
            <a:ahLst/>
            <a:cxnLst/>
            <a:rect l="l" t="t" r="r" b="b"/>
            <a:pathLst>
              <a:path w="1305559" h="99060">
                <a:moveTo>
                  <a:pt x="1299684" y="98555"/>
                </a:moveTo>
                <a:lnTo>
                  <a:pt x="5715" y="98555"/>
                </a:lnTo>
                <a:lnTo>
                  <a:pt x="0" y="92868"/>
                </a:lnTo>
                <a:lnTo>
                  <a:pt x="0" y="5715"/>
                </a:lnTo>
                <a:lnTo>
                  <a:pt x="5715" y="0"/>
                </a:lnTo>
                <a:lnTo>
                  <a:pt x="1299876" y="0"/>
                </a:lnTo>
                <a:lnTo>
                  <a:pt x="1305470" y="5715"/>
                </a:lnTo>
                <a:lnTo>
                  <a:pt x="1305470" y="12668"/>
                </a:lnTo>
                <a:lnTo>
                  <a:pt x="12668" y="12668"/>
                </a:lnTo>
                <a:lnTo>
                  <a:pt x="12668" y="25431"/>
                </a:lnTo>
                <a:lnTo>
                  <a:pt x="25431" y="25431"/>
                </a:lnTo>
                <a:lnTo>
                  <a:pt x="25431" y="73152"/>
                </a:lnTo>
                <a:lnTo>
                  <a:pt x="12668" y="73152"/>
                </a:lnTo>
                <a:lnTo>
                  <a:pt x="12668" y="85820"/>
                </a:lnTo>
                <a:lnTo>
                  <a:pt x="1305470" y="85820"/>
                </a:lnTo>
                <a:lnTo>
                  <a:pt x="1305470" y="92868"/>
                </a:lnTo>
                <a:lnTo>
                  <a:pt x="1299684" y="98555"/>
                </a:lnTo>
                <a:close/>
              </a:path>
              <a:path w="1305559" h="99060">
                <a:moveTo>
                  <a:pt x="25431" y="25431"/>
                </a:moveTo>
                <a:lnTo>
                  <a:pt x="12668" y="25431"/>
                </a:lnTo>
                <a:lnTo>
                  <a:pt x="12668" y="12668"/>
                </a:lnTo>
                <a:lnTo>
                  <a:pt x="25431" y="12668"/>
                </a:lnTo>
                <a:lnTo>
                  <a:pt x="25431" y="25431"/>
                </a:lnTo>
                <a:close/>
              </a:path>
              <a:path w="1305559" h="99060">
                <a:moveTo>
                  <a:pt x="1280160" y="25431"/>
                </a:moveTo>
                <a:lnTo>
                  <a:pt x="25431" y="25431"/>
                </a:lnTo>
                <a:lnTo>
                  <a:pt x="25431" y="12668"/>
                </a:lnTo>
                <a:lnTo>
                  <a:pt x="1280160" y="12668"/>
                </a:lnTo>
                <a:lnTo>
                  <a:pt x="1280160" y="25431"/>
                </a:lnTo>
                <a:close/>
              </a:path>
              <a:path w="1305559" h="99060">
                <a:moveTo>
                  <a:pt x="1292828" y="85820"/>
                </a:moveTo>
                <a:lnTo>
                  <a:pt x="1280160" y="85820"/>
                </a:lnTo>
                <a:lnTo>
                  <a:pt x="1280160" y="12668"/>
                </a:lnTo>
                <a:lnTo>
                  <a:pt x="1292828" y="12668"/>
                </a:lnTo>
                <a:lnTo>
                  <a:pt x="1292828" y="25431"/>
                </a:lnTo>
                <a:lnTo>
                  <a:pt x="1305470" y="25431"/>
                </a:lnTo>
                <a:lnTo>
                  <a:pt x="1305470" y="73152"/>
                </a:lnTo>
                <a:lnTo>
                  <a:pt x="1292828" y="73152"/>
                </a:lnTo>
                <a:lnTo>
                  <a:pt x="1292828" y="85820"/>
                </a:lnTo>
                <a:close/>
              </a:path>
              <a:path w="1305559" h="99060">
                <a:moveTo>
                  <a:pt x="1305496" y="25431"/>
                </a:moveTo>
                <a:lnTo>
                  <a:pt x="1292828" y="25431"/>
                </a:lnTo>
                <a:lnTo>
                  <a:pt x="1292828" y="12668"/>
                </a:lnTo>
                <a:lnTo>
                  <a:pt x="1305496" y="12668"/>
                </a:lnTo>
                <a:lnTo>
                  <a:pt x="1305496" y="25431"/>
                </a:lnTo>
                <a:close/>
              </a:path>
              <a:path w="1305559" h="99060">
                <a:moveTo>
                  <a:pt x="25431" y="85820"/>
                </a:moveTo>
                <a:lnTo>
                  <a:pt x="12668" y="85820"/>
                </a:lnTo>
                <a:lnTo>
                  <a:pt x="12668" y="73152"/>
                </a:lnTo>
                <a:lnTo>
                  <a:pt x="25431" y="73152"/>
                </a:lnTo>
                <a:lnTo>
                  <a:pt x="25431" y="85820"/>
                </a:lnTo>
                <a:close/>
              </a:path>
              <a:path w="1305559" h="99060">
                <a:moveTo>
                  <a:pt x="1280160" y="85820"/>
                </a:moveTo>
                <a:lnTo>
                  <a:pt x="25431" y="85820"/>
                </a:lnTo>
                <a:lnTo>
                  <a:pt x="25431" y="73152"/>
                </a:lnTo>
                <a:lnTo>
                  <a:pt x="1280160" y="73152"/>
                </a:lnTo>
                <a:lnTo>
                  <a:pt x="1280160" y="85820"/>
                </a:lnTo>
                <a:close/>
              </a:path>
              <a:path w="1305559" h="99060">
                <a:moveTo>
                  <a:pt x="1305496" y="85820"/>
                </a:moveTo>
                <a:lnTo>
                  <a:pt x="1292828" y="85820"/>
                </a:lnTo>
                <a:lnTo>
                  <a:pt x="1292828" y="73152"/>
                </a:lnTo>
                <a:lnTo>
                  <a:pt x="1305496" y="73152"/>
                </a:lnTo>
                <a:lnTo>
                  <a:pt x="1305496" y="858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2971781" y="6735574"/>
            <a:ext cx="4792089" cy="2494280"/>
          </a:xfrm>
          <a:custGeom>
            <a:avLst/>
            <a:gdLst/>
            <a:ahLst/>
            <a:cxnLst/>
            <a:rect l="l" t="t" r="r" b="b"/>
            <a:pathLst>
              <a:path w="5236209" h="2494279">
                <a:moveTo>
                  <a:pt x="5231701" y="2494283"/>
                </a:moveTo>
                <a:lnTo>
                  <a:pt x="5619" y="2494283"/>
                </a:lnTo>
                <a:lnTo>
                  <a:pt x="0" y="2488596"/>
                </a:lnTo>
                <a:lnTo>
                  <a:pt x="0" y="5715"/>
                </a:lnTo>
                <a:lnTo>
                  <a:pt x="5715" y="0"/>
                </a:lnTo>
                <a:lnTo>
                  <a:pt x="5231796" y="0"/>
                </a:lnTo>
                <a:lnTo>
                  <a:pt x="5236090" y="4366"/>
                </a:lnTo>
                <a:lnTo>
                  <a:pt x="5236090" y="12668"/>
                </a:lnTo>
                <a:lnTo>
                  <a:pt x="12668" y="12668"/>
                </a:lnTo>
                <a:lnTo>
                  <a:pt x="12668" y="25431"/>
                </a:lnTo>
                <a:lnTo>
                  <a:pt x="25431" y="25431"/>
                </a:lnTo>
                <a:lnTo>
                  <a:pt x="25431" y="2468880"/>
                </a:lnTo>
                <a:lnTo>
                  <a:pt x="12668" y="2468880"/>
                </a:lnTo>
                <a:lnTo>
                  <a:pt x="12668" y="2481548"/>
                </a:lnTo>
                <a:lnTo>
                  <a:pt x="5236090" y="2481548"/>
                </a:lnTo>
                <a:lnTo>
                  <a:pt x="5236090" y="2489916"/>
                </a:lnTo>
                <a:lnTo>
                  <a:pt x="5231701" y="2494283"/>
                </a:lnTo>
                <a:close/>
              </a:path>
              <a:path w="5236209" h="2494279">
                <a:moveTo>
                  <a:pt x="25431" y="25431"/>
                </a:moveTo>
                <a:lnTo>
                  <a:pt x="12668" y="25431"/>
                </a:lnTo>
                <a:lnTo>
                  <a:pt x="12668" y="12668"/>
                </a:lnTo>
                <a:lnTo>
                  <a:pt x="25431" y="12668"/>
                </a:lnTo>
                <a:lnTo>
                  <a:pt x="25431" y="25431"/>
                </a:lnTo>
                <a:close/>
              </a:path>
              <a:path w="5236209" h="2494279">
                <a:moveTo>
                  <a:pt x="5212080" y="25431"/>
                </a:moveTo>
                <a:lnTo>
                  <a:pt x="25431" y="25431"/>
                </a:lnTo>
                <a:lnTo>
                  <a:pt x="25431" y="12668"/>
                </a:lnTo>
                <a:lnTo>
                  <a:pt x="5212080" y="12668"/>
                </a:lnTo>
                <a:lnTo>
                  <a:pt x="5212080" y="25431"/>
                </a:lnTo>
                <a:close/>
              </a:path>
              <a:path w="5236209" h="2494279">
                <a:moveTo>
                  <a:pt x="5224748" y="2481548"/>
                </a:moveTo>
                <a:lnTo>
                  <a:pt x="5212080" y="2481548"/>
                </a:lnTo>
                <a:lnTo>
                  <a:pt x="5212080" y="12668"/>
                </a:lnTo>
                <a:lnTo>
                  <a:pt x="5224748" y="12668"/>
                </a:lnTo>
                <a:lnTo>
                  <a:pt x="5224748" y="25431"/>
                </a:lnTo>
                <a:lnTo>
                  <a:pt x="5236090" y="25431"/>
                </a:lnTo>
                <a:lnTo>
                  <a:pt x="5236090" y="2468880"/>
                </a:lnTo>
                <a:lnTo>
                  <a:pt x="5224748" y="2468880"/>
                </a:lnTo>
                <a:lnTo>
                  <a:pt x="5224748" y="2481548"/>
                </a:lnTo>
                <a:close/>
              </a:path>
              <a:path w="5236209" h="2494279">
                <a:moveTo>
                  <a:pt x="5236090" y="25431"/>
                </a:moveTo>
                <a:lnTo>
                  <a:pt x="5224748" y="25431"/>
                </a:lnTo>
                <a:lnTo>
                  <a:pt x="5224748" y="12668"/>
                </a:lnTo>
                <a:lnTo>
                  <a:pt x="5236090" y="12668"/>
                </a:lnTo>
                <a:lnTo>
                  <a:pt x="5236090" y="25431"/>
                </a:lnTo>
                <a:close/>
              </a:path>
              <a:path w="5236209" h="2494279">
                <a:moveTo>
                  <a:pt x="25431" y="2481548"/>
                </a:moveTo>
                <a:lnTo>
                  <a:pt x="12668" y="2481548"/>
                </a:lnTo>
                <a:lnTo>
                  <a:pt x="12668" y="2468880"/>
                </a:lnTo>
                <a:lnTo>
                  <a:pt x="25431" y="2468880"/>
                </a:lnTo>
                <a:lnTo>
                  <a:pt x="25431" y="2481548"/>
                </a:lnTo>
                <a:close/>
              </a:path>
              <a:path w="5236209" h="2494279">
                <a:moveTo>
                  <a:pt x="5212080" y="2481548"/>
                </a:moveTo>
                <a:lnTo>
                  <a:pt x="25431" y="2481548"/>
                </a:lnTo>
                <a:lnTo>
                  <a:pt x="25431" y="2468880"/>
                </a:lnTo>
                <a:lnTo>
                  <a:pt x="5212080" y="2468880"/>
                </a:lnTo>
                <a:lnTo>
                  <a:pt x="5212080" y="2481548"/>
                </a:lnTo>
                <a:close/>
              </a:path>
              <a:path w="5236209" h="2494279">
                <a:moveTo>
                  <a:pt x="5236090" y="2481548"/>
                </a:moveTo>
                <a:lnTo>
                  <a:pt x="5224748" y="2481548"/>
                </a:lnTo>
                <a:lnTo>
                  <a:pt x="5224748" y="2468880"/>
                </a:lnTo>
                <a:lnTo>
                  <a:pt x="5236090" y="2468880"/>
                </a:lnTo>
                <a:lnTo>
                  <a:pt x="5236090" y="2481548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2971780" y="6735584"/>
            <a:ext cx="1305560" cy="2494280"/>
          </a:xfrm>
          <a:custGeom>
            <a:avLst/>
            <a:gdLst/>
            <a:ahLst/>
            <a:cxnLst/>
            <a:rect l="l" t="t" r="r" b="b"/>
            <a:pathLst>
              <a:path w="1305559" h="2494279">
                <a:moveTo>
                  <a:pt x="1305560" y="5715"/>
                </a:moveTo>
                <a:lnTo>
                  <a:pt x="1299870" y="0"/>
                </a:lnTo>
                <a:lnTo>
                  <a:pt x="5715" y="0"/>
                </a:lnTo>
                <a:lnTo>
                  <a:pt x="0" y="5715"/>
                </a:lnTo>
                <a:lnTo>
                  <a:pt x="0" y="2488590"/>
                </a:lnTo>
                <a:lnTo>
                  <a:pt x="5232" y="2493822"/>
                </a:lnTo>
                <a:lnTo>
                  <a:pt x="1300175" y="2493822"/>
                </a:lnTo>
                <a:lnTo>
                  <a:pt x="1305560" y="2488590"/>
                </a:lnTo>
                <a:lnTo>
                  <a:pt x="1305560" y="2481542"/>
                </a:lnTo>
                <a:lnTo>
                  <a:pt x="1305496" y="2468880"/>
                </a:lnTo>
                <a:lnTo>
                  <a:pt x="1305560" y="25425"/>
                </a:lnTo>
                <a:lnTo>
                  <a:pt x="1305496" y="12661"/>
                </a:lnTo>
                <a:lnTo>
                  <a:pt x="1305560" y="5715"/>
                </a:lnTo>
                <a:close/>
              </a:path>
            </a:pathLst>
          </a:custGeom>
          <a:solidFill>
            <a:srgbClr val="7B1FA2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6981993-8303-B08D-8BC4-AB4277F65F09}"/>
              </a:ext>
            </a:extLst>
          </p:cNvPr>
          <p:cNvGrpSpPr/>
          <p:nvPr/>
        </p:nvGrpSpPr>
        <p:grpSpPr>
          <a:xfrm>
            <a:off x="7476253" y="6762861"/>
            <a:ext cx="4883132" cy="2494289"/>
            <a:chOff x="7485380" y="3955799"/>
            <a:chExt cx="5236212" cy="2494289"/>
          </a:xfrm>
        </p:grpSpPr>
        <p:sp>
          <p:nvSpPr>
            <p:cNvPr id="52" name="object 52"/>
            <p:cNvSpPr/>
            <p:nvPr/>
          </p:nvSpPr>
          <p:spPr>
            <a:xfrm>
              <a:off x="7485382" y="3955799"/>
              <a:ext cx="5236210" cy="2494280"/>
            </a:xfrm>
            <a:custGeom>
              <a:avLst/>
              <a:gdLst/>
              <a:ahLst/>
              <a:cxnLst/>
              <a:rect l="l" t="t" r="r" b="b"/>
              <a:pathLst>
                <a:path w="5236209" h="2494279">
                  <a:moveTo>
                    <a:pt x="5231701" y="2494283"/>
                  </a:moveTo>
                  <a:lnTo>
                    <a:pt x="5619" y="2494283"/>
                  </a:lnTo>
                  <a:lnTo>
                    <a:pt x="0" y="2488597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5231796" y="0"/>
                  </a:lnTo>
                  <a:lnTo>
                    <a:pt x="5236090" y="4366"/>
                  </a:lnTo>
                  <a:lnTo>
                    <a:pt x="5236090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2468879"/>
                  </a:lnTo>
                  <a:lnTo>
                    <a:pt x="12668" y="2468879"/>
                  </a:lnTo>
                  <a:lnTo>
                    <a:pt x="12668" y="2481548"/>
                  </a:lnTo>
                  <a:lnTo>
                    <a:pt x="5236090" y="2481548"/>
                  </a:lnTo>
                  <a:lnTo>
                    <a:pt x="5236090" y="2489916"/>
                  </a:lnTo>
                  <a:lnTo>
                    <a:pt x="5231701" y="2494283"/>
                  </a:lnTo>
                  <a:close/>
                </a:path>
                <a:path w="5236209" h="2494279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5236209" h="2494279">
                  <a:moveTo>
                    <a:pt x="521208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5212080" y="12668"/>
                  </a:lnTo>
                  <a:lnTo>
                    <a:pt x="5212080" y="25431"/>
                  </a:lnTo>
                  <a:close/>
                </a:path>
                <a:path w="5236209" h="2494279">
                  <a:moveTo>
                    <a:pt x="5224748" y="2481548"/>
                  </a:moveTo>
                  <a:lnTo>
                    <a:pt x="5212080" y="2481548"/>
                  </a:lnTo>
                  <a:lnTo>
                    <a:pt x="5212080" y="12668"/>
                  </a:lnTo>
                  <a:lnTo>
                    <a:pt x="5224748" y="12668"/>
                  </a:lnTo>
                  <a:lnTo>
                    <a:pt x="5224748" y="25431"/>
                  </a:lnTo>
                  <a:lnTo>
                    <a:pt x="5236090" y="25431"/>
                  </a:lnTo>
                  <a:lnTo>
                    <a:pt x="5236090" y="2468879"/>
                  </a:lnTo>
                  <a:lnTo>
                    <a:pt x="5224748" y="2468879"/>
                  </a:lnTo>
                  <a:lnTo>
                    <a:pt x="5224748" y="2481548"/>
                  </a:lnTo>
                  <a:close/>
                </a:path>
                <a:path w="5236209" h="2494279">
                  <a:moveTo>
                    <a:pt x="5236090" y="25431"/>
                  </a:moveTo>
                  <a:lnTo>
                    <a:pt x="5224748" y="25431"/>
                  </a:lnTo>
                  <a:lnTo>
                    <a:pt x="5224748" y="12668"/>
                  </a:lnTo>
                  <a:lnTo>
                    <a:pt x="5236090" y="12668"/>
                  </a:lnTo>
                  <a:lnTo>
                    <a:pt x="5236090" y="25431"/>
                  </a:lnTo>
                  <a:close/>
                </a:path>
                <a:path w="5236209" h="2494279">
                  <a:moveTo>
                    <a:pt x="25431" y="2481548"/>
                  </a:moveTo>
                  <a:lnTo>
                    <a:pt x="12668" y="2481548"/>
                  </a:lnTo>
                  <a:lnTo>
                    <a:pt x="12668" y="2468879"/>
                  </a:lnTo>
                  <a:lnTo>
                    <a:pt x="25431" y="2468879"/>
                  </a:lnTo>
                  <a:lnTo>
                    <a:pt x="25431" y="2481548"/>
                  </a:lnTo>
                  <a:close/>
                </a:path>
                <a:path w="5236209" h="2494279">
                  <a:moveTo>
                    <a:pt x="5212080" y="2481548"/>
                  </a:moveTo>
                  <a:lnTo>
                    <a:pt x="25431" y="2481548"/>
                  </a:lnTo>
                  <a:lnTo>
                    <a:pt x="25431" y="2468879"/>
                  </a:lnTo>
                  <a:lnTo>
                    <a:pt x="5212080" y="2468879"/>
                  </a:lnTo>
                  <a:lnTo>
                    <a:pt x="5212080" y="2481548"/>
                  </a:lnTo>
                  <a:close/>
                </a:path>
                <a:path w="5236209" h="2494279">
                  <a:moveTo>
                    <a:pt x="5236090" y="2481548"/>
                  </a:moveTo>
                  <a:lnTo>
                    <a:pt x="5224748" y="2481548"/>
                  </a:lnTo>
                  <a:lnTo>
                    <a:pt x="5224748" y="2468879"/>
                  </a:lnTo>
                  <a:lnTo>
                    <a:pt x="5236090" y="2468879"/>
                  </a:lnTo>
                  <a:lnTo>
                    <a:pt x="5236090" y="248154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7485380" y="3955808"/>
              <a:ext cx="1305560" cy="2494280"/>
            </a:xfrm>
            <a:custGeom>
              <a:avLst/>
              <a:gdLst/>
              <a:ahLst/>
              <a:cxnLst/>
              <a:rect l="l" t="t" r="r" b="b"/>
              <a:pathLst>
                <a:path w="1305559" h="2494279">
                  <a:moveTo>
                    <a:pt x="1305560" y="5715"/>
                  </a:moveTo>
                  <a:lnTo>
                    <a:pt x="1299870" y="0"/>
                  </a:lnTo>
                  <a:lnTo>
                    <a:pt x="5715" y="0"/>
                  </a:lnTo>
                  <a:lnTo>
                    <a:pt x="0" y="5715"/>
                  </a:lnTo>
                  <a:lnTo>
                    <a:pt x="0" y="2488590"/>
                  </a:lnTo>
                  <a:lnTo>
                    <a:pt x="5232" y="2493822"/>
                  </a:lnTo>
                  <a:lnTo>
                    <a:pt x="1300175" y="2493822"/>
                  </a:lnTo>
                  <a:lnTo>
                    <a:pt x="1305560" y="2488590"/>
                  </a:lnTo>
                  <a:lnTo>
                    <a:pt x="1305560" y="2481542"/>
                  </a:lnTo>
                  <a:lnTo>
                    <a:pt x="1305496" y="2468880"/>
                  </a:lnTo>
                  <a:lnTo>
                    <a:pt x="1305560" y="25425"/>
                  </a:lnTo>
                  <a:lnTo>
                    <a:pt x="1305496" y="12661"/>
                  </a:lnTo>
                  <a:lnTo>
                    <a:pt x="1305560" y="5715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object 57"/>
            <p:cNvSpPr txBox="1"/>
            <p:nvPr/>
          </p:nvSpPr>
          <p:spPr>
            <a:xfrm>
              <a:off x="7784226" y="4203445"/>
              <a:ext cx="708025" cy="29972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800" b="1" spc="-8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Day</a:t>
              </a:r>
              <a:r>
                <a:rPr sz="1800" b="1" spc="-9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5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sz="1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object 63"/>
            <p:cNvSpPr txBox="1"/>
            <p:nvPr/>
          </p:nvSpPr>
          <p:spPr>
            <a:xfrm>
              <a:off x="7701329" y="5496464"/>
              <a:ext cx="873760" cy="26924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1600" b="1" spc="-50" dirty="0">
                  <a:solidFill>
                    <a:srgbClr val="FFFF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Convert</a:t>
              </a:r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object 64"/>
            <p:cNvSpPr txBox="1"/>
            <p:nvPr/>
          </p:nvSpPr>
          <p:spPr>
            <a:xfrm>
              <a:off x="8984995" y="4224400"/>
              <a:ext cx="3283585" cy="566821"/>
            </a:xfrm>
            <a:prstGeom prst="rect">
              <a:avLst/>
            </a:prstGeom>
          </p:spPr>
          <p:txBody>
            <a:bodyPr vert="horz" wrap="square" lIns="0" tIns="27939" rIns="0" bIns="0" rtlCol="0">
              <a:spAutoFit/>
            </a:bodyPr>
            <a:lstStyle/>
            <a:p>
              <a:pPr marL="12700" marR="5080" indent="292735">
                <a:lnSpc>
                  <a:spcPts val="2100"/>
                </a:lnSpc>
                <a:spcBef>
                  <a:spcPts val="219"/>
                </a:spcBef>
              </a:pPr>
              <a:r>
                <a:rPr sz="1800" b="1" spc="-9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Your</a:t>
              </a:r>
              <a:r>
                <a:rPr lang="en-US" sz="1800" b="1" spc="-9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Exclusive 15% off </a:t>
              </a:r>
              <a:r>
                <a:rPr sz="1800" b="1" spc="-6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— </a:t>
              </a:r>
              <a:r>
                <a:rPr sz="1800" b="1" spc="-9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Today</a:t>
              </a:r>
              <a:r>
                <a:rPr sz="1800" b="1" spc="-75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800" b="1" spc="-20" dirty="0">
                  <a:solidFill>
                    <a:srgbClr val="1A1A1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Only</a:t>
              </a:r>
              <a:endParaRPr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object 65"/>
            <p:cNvSpPr txBox="1"/>
            <p:nvPr/>
          </p:nvSpPr>
          <p:spPr>
            <a:xfrm>
              <a:off x="8984995" y="5375306"/>
              <a:ext cx="3455035" cy="507365"/>
            </a:xfrm>
            <a:prstGeom prst="rect">
              <a:avLst/>
            </a:prstGeom>
          </p:spPr>
          <p:txBody>
            <a:bodyPr vert="horz" wrap="square" lIns="0" tIns="24765" rIns="0" bIns="0" rtlCol="0">
              <a:spAutoFit/>
            </a:bodyPr>
            <a:lstStyle/>
            <a:p>
              <a:pPr marL="12700" marR="5080">
                <a:lnSpc>
                  <a:spcPts val="1880"/>
                </a:lnSpc>
                <a:spcBef>
                  <a:spcPts val="195"/>
                </a:spcBef>
              </a:pPr>
              <a:r>
                <a:rPr sz="1600" spc="-2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Time-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limited</a:t>
              </a:r>
              <a:r>
                <a:rPr sz="1600" spc="1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discount</a:t>
              </a:r>
              <a:r>
                <a:rPr sz="1600" spc="1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3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code.</a:t>
              </a:r>
              <a:r>
                <a:rPr sz="1600" spc="15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Clear CTA</a:t>
              </a:r>
              <a:r>
                <a:rPr sz="1600" spc="-9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sz="1600" spc="-9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shop</a:t>
              </a:r>
              <a:r>
                <a:rPr sz="1600" spc="-9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sz="1600" spc="-9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sz="1600" spc="-10" dirty="0">
                  <a:solidFill>
                    <a:srgbClr val="545454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website.</a:t>
              </a:r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13175970" y="6983221"/>
            <a:ext cx="897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7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Trigger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12971781" y="7558535"/>
            <a:ext cx="1305560" cy="99060"/>
            <a:chOff x="12971781" y="7558535"/>
            <a:chExt cx="1305560" cy="99060"/>
          </a:xfrm>
        </p:grpSpPr>
        <p:sp>
          <p:nvSpPr>
            <p:cNvPr id="68" name="object 68"/>
            <p:cNvSpPr/>
            <p:nvPr/>
          </p:nvSpPr>
          <p:spPr>
            <a:xfrm>
              <a:off x="12984450" y="7571203"/>
              <a:ext cx="1280160" cy="73660"/>
            </a:xfrm>
            <a:custGeom>
              <a:avLst/>
              <a:gdLst/>
              <a:ahLst/>
              <a:cxnLst/>
              <a:rect l="l" t="t" r="r" b="b"/>
              <a:pathLst>
                <a:path w="1280159" h="73659">
                  <a:moveTo>
                    <a:pt x="1280159" y="73151"/>
                  </a:moveTo>
                  <a:lnTo>
                    <a:pt x="0" y="73151"/>
                  </a:lnTo>
                  <a:lnTo>
                    <a:pt x="0" y="0"/>
                  </a:lnTo>
                  <a:lnTo>
                    <a:pt x="1280159" y="0"/>
                  </a:lnTo>
                  <a:lnTo>
                    <a:pt x="1280159" y="73151"/>
                  </a:lnTo>
                  <a:close/>
                </a:path>
              </a:pathLst>
            </a:custGeom>
            <a:solidFill>
              <a:srgbClr val="FFFFFF">
                <a:alpha val="29998"/>
              </a:srgbClr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object 69"/>
            <p:cNvSpPr/>
            <p:nvPr/>
          </p:nvSpPr>
          <p:spPr>
            <a:xfrm>
              <a:off x="12971781" y="7558535"/>
              <a:ext cx="1305560" cy="99060"/>
            </a:xfrm>
            <a:custGeom>
              <a:avLst/>
              <a:gdLst/>
              <a:ahLst/>
              <a:cxnLst/>
              <a:rect l="l" t="t" r="r" b="b"/>
              <a:pathLst>
                <a:path w="1305559" h="99059">
                  <a:moveTo>
                    <a:pt x="1299685" y="98555"/>
                  </a:moveTo>
                  <a:lnTo>
                    <a:pt x="5715" y="98555"/>
                  </a:lnTo>
                  <a:lnTo>
                    <a:pt x="0" y="92868"/>
                  </a:lnTo>
                  <a:lnTo>
                    <a:pt x="0" y="5715"/>
                  </a:lnTo>
                  <a:lnTo>
                    <a:pt x="5715" y="0"/>
                  </a:lnTo>
                  <a:lnTo>
                    <a:pt x="1299876" y="0"/>
                  </a:lnTo>
                  <a:lnTo>
                    <a:pt x="1305470" y="5715"/>
                  </a:lnTo>
                  <a:lnTo>
                    <a:pt x="1305470" y="12668"/>
                  </a:lnTo>
                  <a:lnTo>
                    <a:pt x="12668" y="12668"/>
                  </a:lnTo>
                  <a:lnTo>
                    <a:pt x="12668" y="25431"/>
                  </a:lnTo>
                  <a:lnTo>
                    <a:pt x="25431" y="25431"/>
                  </a:lnTo>
                  <a:lnTo>
                    <a:pt x="25431" y="73152"/>
                  </a:lnTo>
                  <a:lnTo>
                    <a:pt x="12668" y="73152"/>
                  </a:lnTo>
                  <a:lnTo>
                    <a:pt x="12668" y="85820"/>
                  </a:lnTo>
                  <a:lnTo>
                    <a:pt x="1305470" y="85820"/>
                  </a:lnTo>
                  <a:lnTo>
                    <a:pt x="1305470" y="92868"/>
                  </a:lnTo>
                  <a:lnTo>
                    <a:pt x="1299685" y="98555"/>
                  </a:lnTo>
                  <a:close/>
                </a:path>
                <a:path w="1305559" h="99059">
                  <a:moveTo>
                    <a:pt x="25431" y="25431"/>
                  </a:moveTo>
                  <a:lnTo>
                    <a:pt x="12668" y="25431"/>
                  </a:lnTo>
                  <a:lnTo>
                    <a:pt x="12668" y="12668"/>
                  </a:lnTo>
                  <a:lnTo>
                    <a:pt x="25431" y="12668"/>
                  </a:lnTo>
                  <a:lnTo>
                    <a:pt x="25431" y="25431"/>
                  </a:lnTo>
                  <a:close/>
                </a:path>
                <a:path w="1305559" h="99059">
                  <a:moveTo>
                    <a:pt x="1280160" y="25431"/>
                  </a:moveTo>
                  <a:lnTo>
                    <a:pt x="25431" y="25431"/>
                  </a:lnTo>
                  <a:lnTo>
                    <a:pt x="25431" y="12668"/>
                  </a:lnTo>
                  <a:lnTo>
                    <a:pt x="1280160" y="12668"/>
                  </a:lnTo>
                  <a:lnTo>
                    <a:pt x="1280160" y="25431"/>
                  </a:lnTo>
                  <a:close/>
                </a:path>
                <a:path w="1305559" h="99059">
                  <a:moveTo>
                    <a:pt x="1292828" y="85820"/>
                  </a:moveTo>
                  <a:lnTo>
                    <a:pt x="1280160" y="85820"/>
                  </a:lnTo>
                  <a:lnTo>
                    <a:pt x="1280160" y="12668"/>
                  </a:lnTo>
                  <a:lnTo>
                    <a:pt x="1292828" y="12668"/>
                  </a:lnTo>
                  <a:lnTo>
                    <a:pt x="1292828" y="25431"/>
                  </a:lnTo>
                  <a:lnTo>
                    <a:pt x="1305470" y="25431"/>
                  </a:lnTo>
                  <a:lnTo>
                    <a:pt x="1305470" y="73152"/>
                  </a:lnTo>
                  <a:lnTo>
                    <a:pt x="1292828" y="73152"/>
                  </a:lnTo>
                  <a:lnTo>
                    <a:pt x="1292828" y="85820"/>
                  </a:lnTo>
                  <a:close/>
                </a:path>
                <a:path w="1305559" h="99059">
                  <a:moveTo>
                    <a:pt x="1305496" y="25431"/>
                  </a:moveTo>
                  <a:lnTo>
                    <a:pt x="1292828" y="25431"/>
                  </a:lnTo>
                  <a:lnTo>
                    <a:pt x="1292828" y="12668"/>
                  </a:lnTo>
                  <a:lnTo>
                    <a:pt x="1305496" y="12668"/>
                  </a:lnTo>
                  <a:lnTo>
                    <a:pt x="1305496" y="25431"/>
                  </a:lnTo>
                  <a:close/>
                </a:path>
                <a:path w="1305559" h="99059">
                  <a:moveTo>
                    <a:pt x="25431" y="85820"/>
                  </a:moveTo>
                  <a:lnTo>
                    <a:pt x="12668" y="85820"/>
                  </a:lnTo>
                  <a:lnTo>
                    <a:pt x="12668" y="73152"/>
                  </a:lnTo>
                  <a:lnTo>
                    <a:pt x="25431" y="73152"/>
                  </a:lnTo>
                  <a:lnTo>
                    <a:pt x="25431" y="85820"/>
                  </a:lnTo>
                  <a:close/>
                </a:path>
                <a:path w="1305559" h="99059">
                  <a:moveTo>
                    <a:pt x="1280160" y="85820"/>
                  </a:moveTo>
                  <a:lnTo>
                    <a:pt x="25431" y="85820"/>
                  </a:lnTo>
                  <a:lnTo>
                    <a:pt x="25431" y="73152"/>
                  </a:lnTo>
                  <a:lnTo>
                    <a:pt x="1280160" y="73152"/>
                  </a:lnTo>
                  <a:lnTo>
                    <a:pt x="1280160" y="85820"/>
                  </a:lnTo>
                  <a:close/>
                </a:path>
                <a:path w="1305559" h="99059">
                  <a:moveTo>
                    <a:pt x="1305496" y="85820"/>
                  </a:moveTo>
                  <a:lnTo>
                    <a:pt x="1292828" y="85820"/>
                  </a:lnTo>
                  <a:lnTo>
                    <a:pt x="1292828" y="73152"/>
                  </a:lnTo>
                  <a:lnTo>
                    <a:pt x="1305496" y="73152"/>
                  </a:lnTo>
                  <a:lnTo>
                    <a:pt x="1305496" y="8582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13142931" y="8276240"/>
            <a:ext cx="963294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spc="-5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Retarget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471395" y="7004177"/>
            <a:ext cx="329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8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1800" b="1" spc="-8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75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sz="1800" b="1" spc="-8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6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something</a:t>
            </a:r>
            <a:r>
              <a:rPr sz="1800" b="1" spc="-8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behind!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4471395" y="8155082"/>
            <a:ext cx="3471545" cy="50736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880"/>
              </a:lnSpc>
              <a:spcBef>
                <a:spcPts val="195"/>
              </a:spcBef>
            </a:pPr>
            <a:r>
              <a:rPr sz="16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  <a:r>
              <a:rPr sz="1600" spc="-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abandonment</a:t>
            </a:r>
            <a:r>
              <a:rPr sz="1600"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1600"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recover</a:t>
            </a:r>
            <a:r>
              <a:rPr sz="1600" spc="-2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lost </a:t>
            </a:r>
            <a:r>
              <a:rPr sz="1600"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</a:t>
            </a:r>
            <a:r>
              <a:rPr sz="16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1600"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urgency</a:t>
            </a:r>
            <a:r>
              <a:rPr sz="1600" spc="-4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54545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message.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1"/>
            <a:ext cx="18290540" cy="830345"/>
            <a:chOff x="0" y="0"/>
            <a:chExt cx="18290540" cy="139001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8290540" cy="1280160"/>
            </a:xfrm>
            <a:custGeom>
              <a:avLst/>
              <a:gdLst/>
              <a:ahLst/>
              <a:cxnLst/>
              <a:rect l="l" t="t" r="r" b="b"/>
              <a:pathLst>
                <a:path w="18290540" h="1280160">
                  <a:moveTo>
                    <a:pt x="18289971" y="1279998"/>
                  </a:moveTo>
                  <a:lnTo>
                    <a:pt x="0" y="1279998"/>
                  </a:lnTo>
                  <a:lnTo>
                    <a:pt x="0" y="0"/>
                  </a:lnTo>
                  <a:lnTo>
                    <a:pt x="18289971" y="0"/>
                  </a:lnTo>
                  <a:lnTo>
                    <a:pt x="18289971" y="1279998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279998"/>
              <a:ext cx="18288635" cy="110489"/>
            </a:xfrm>
            <a:custGeom>
              <a:avLst/>
              <a:gdLst/>
              <a:ahLst/>
              <a:cxnLst/>
              <a:rect l="l" t="t" r="r" b="b"/>
              <a:pathLst>
                <a:path w="18288635" h="110490">
                  <a:moveTo>
                    <a:pt x="18288202" y="110004"/>
                  </a:moveTo>
                  <a:lnTo>
                    <a:pt x="0" y="110004"/>
                  </a:lnTo>
                  <a:lnTo>
                    <a:pt x="0" y="0"/>
                  </a:lnTo>
                  <a:lnTo>
                    <a:pt x="18288202" y="0"/>
                  </a:lnTo>
                  <a:lnTo>
                    <a:pt x="18288202" y="110004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8741" y="20270"/>
            <a:ext cx="15465687" cy="66749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4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r>
              <a:rPr lang="en-US" sz="4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4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en-US" sz="4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</a:t>
            </a:r>
            <a:r>
              <a:rPr lang="en-US" sz="40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721374" y="1595253"/>
            <a:ext cx="3789675" cy="1547531"/>
          </a:xfrm>
          <a:custGeom>
            <a:avLst/>
            <a:gdLst/>
            <a:ahLst/>
            <a:cxnLst/>
            <a:rect l="l" t="t" r="r" b="b"/>
            <a:pathLst>
              <a:path w="17568545" h="360044">
                <a:moveTo>
                  <a:pt x="17568151" y="359997"/>
                </a:moveTo>
                <a:lnTo>
                  <a:pt x="0" y="359997"/>
                </a:lnTo>
                <a:lnTo>
                  <a:pt x="0" y="0"/>
                </a:lnTo>
                <a:lnTo>
                  <a:pt x="17568151" y="0"/>
                </a:lnTo>
                <a:lnTo>
                  <a:pt x="17568151" y="359997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4951" y="1862770"/>
            <a:ext cx="3004466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24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SIGNUP</a:t>
            </a:r>
            <a:r>
              <a:rPr sz="24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24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DESIGNS</a:t>
            </a:r>
            <a:r>
              <a:rPr sz="24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OP-</a:t>
            </a: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sz="2400" b="1" spc="-1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VARIANTS</a:t>
            </a:r>
            <a:r>
              <a:rPr sz="24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sz="24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rcRect l="1788" r="38240"/>
          <a:stretch>
            <a:fillRect/>
          </a:stretch>
        </p:blipFill>
        <p:spPr>
          <a:xfrm>
            <a:off x="7315200" y="1544379"/>
            <a:ext cx="5100860" cy="359796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76400" y="3684550"/>
            <a:ext cx="3834650" cy="1501693"/>
          </a:xfrm>
          <a:prstGeom prst="rect">
            <a:avLst/>
          </a:prstGeom>
          <a:solidFill>
            <a:srgbClr val="E65000"/>
          </a:solidFill>
        </p:spPr>
        <p:txBody>
          <a:bodyPr vert="horz" wrap="square" lIns="0" tIns="24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pop-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variants: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Thirsty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Juicy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Sip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Savings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spam,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</a:t>
            </a:r>
            <a:r>
              <a:rPr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deals!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88026" y="5930634"/>
            <a:ext cx="5486400" cy="294311"/>
          </a:xfrm>
          <a:prstGeom prst="rect">
            <a:avLst/>
          </a:prstGeom>
          <a:solidFill>
            <a:srgbClr val="2E7D32"/>
          </a:solidFill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</a:t>
            </a:r>
            <a:r>
              <a:rPr sz="18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18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sz="18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SIGNUP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78195" y="9541860"/>
            <a:ext cx="550360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</a:t>
            </a:r>
            <a:r>
              <a:rPr sz="2000" spc="-4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sz="2000" spc="-2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sz="2000" spc="-3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sz="2000" spc="-2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10%</a:t>
            </a:r>
            <a:r>
              <a:rPr sz="2000" spc="-2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sz="2000" spc="-3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2000" spc="-2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sz="2000" spc="-3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sz="2000" spc="-2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sz="2000" spc="-2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2000" spc="-3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Stay</a:t>
            </a:r>
            <a:r>
              <a:rPr sz="2000" spc="-2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</a:t>
            </a:r>
            <a:r>
              <a:rPr sz="2000" spc="-3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000" spc="-2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exclusive</a:t>
            </a:r>
            <a:r>
              <a:rPr sz="2000" spc="-2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482861" y="1893148"/>
            <a:ext cx="4315170" cy="561692"/>
          </a:xfrm>
          <a:prstGeom prst="rect">
            <a:avLst/>
          </a:prstGeom>
          <a:solidFill>
            <a:srgbClr val="2E7D32"/>
          </a:solidFill>
        </p:spPr>
        <p:txBody>
          <a:bodyPr vert="horz" wrap="square" lIns="0" tIns="7620" rIns="0" bIns="0" rtlCol="0">
            <a:spAutoFit/>
          </a:bodyPr>
          <a:lstStyle/>
          <a:p>
            <a:pPr marR="32384" algn="ctr">
              <a:lnSpc>
                <a:spcPct val="100000"/>
              </a:lnSpc>
              <a:spcBef>
                <a:spcPts val="60"/>
              </a:spcBef>
            </a:pP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sz="18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MAGNET — FREE</a:t>
            </a:r>
            <a:r>
              <a:rPr sz="1800" b="1" spc="-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EBOOK + </a:t>
            </a:r>
            <a:r>
              <a:rPr sz="18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GIVEAWAY</a:t>
            </a: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530803" y="8915673"/>
            <a:ext cx="4414684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</a:t>
            </a:r>
            <a:r>
              <a:rPr sz="2000" spc="-4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sz="2000" spc="-3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Months</a:t>
            </a:r>
            <a:r>
              <a:rPr sz="2000" spc="-4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000" spc="-3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sz="2000" spc="-4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Juices!</a:t>
            </a:r>
            <a:r>
              <a:rPr sz="2000" spc="-3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2000" spc="-4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spc="-4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sz="2000" spc="-3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sz="2000" spc="-4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Smoothie</a:t>
            </a:r>
            <a:r>
              <a:rPr sz="2000" spc="-3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Recipes</a:t>
            </a:r>
            <a:r>
              <a:rPr sz="2000" spc="-3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eBook</a:t>
            </a:r>
            <a:r>
              <a:rPr sz="2000" spc="-4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2000" spc="-3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Countdown</a:t>
            </a:r>
            <a:r>
              <a:rPr sz="2000" spc="-4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  <a:r>
              <a:rPr sz="2000" spc="-3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CTA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9D259D-93E0-BA5A-A434-D9E37EC228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4" t="9393" r="4277" b="10378"/>
          <a:stretch>
            <a:fillRect/>
          </a:stretch>
        </p:blipFill>
        <p:spPr bwMode="auto">
          <a:xfrm>
            <a:off x="1278194" y="6238464"/>
            <a:ext cx="5236865" cy="3065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EEA8205-5777-E65C-A55B-3244B339DA9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6" t="4788" r="4354" b="5708"/>
          <a:stretch>
            <a:fillRect/>
          </a:stretch>
        </p:blipFill>
        <p:spPr bwMode="auto">
          <a:xfrm>
            <a:off x="13530803" y="2781300"/>
            <a:ext cx="4315170" cy="586853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6" name="object 10">
            <a:extLst>
              <a:ext uri="{FF2B5EF4-FFF2-40B4-BE49-F238E27FC236}">
                <a16:creationId xmlns:a16="http://schemas.microsoft.com/office/drawing/2014/main" id="{CA10EAEB-05F0-BB44-7E09-C6846D10A958}"/>
              </a:ext>
            </a:extLst>
          </p:cNvPr>
          <p:cNvPicPr/>
          <p:nvPr/>
        </p:nvPicPr>
        <p:blipFill>
          <a:blip r:embed="rId2" cstate="print"/>
          <a:srcRect l="62656"/>
          <a:stretch>
            <a:fillRect/>
          </a:stretch>
        </p:blipFill>
        <p:spPr>
          <a:xfrm>
            <a:off x="8105430" y="5676900"/>
            <a:ext cx="3985806" cy="400647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90002"/>
            <a:ext cx="18288000" cy="8337550"/>
          </a:xfrm>
          <a:custGeom>
            <a:avLst/>
            <a:gdLst/>
            <a:ahLst/>
            <a:cxnLst/>
            <a:rect l="l" t="t" r="r" b="b"/>
            <a:pathLst>
              <a:path w="18288000" h="8337550">
                <a:moveTo>
                  <a:pt x="0" y="8336993"/>
                </a:moveTo>
                <a:lnTo>
                  <a:pt x="18287998" y="8336993"/>
                </a:lnTo>
                <a:lnTo>
                  <a:pt x="18287998" y="0"/>
                </a:lnTo>
                <a:lnTo>
                  <a:pt x="0" y="0"/>
                </a:lnTo>
                <a:lnTo>
                  <a:pt x="0" y="8336993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1"/>
            <a:ext cx="18290540" cy="908016"/>
            <a:chOff x="0" y="0"/>
            <a:chExt cx="18290540" cy="1390015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8290540" cy="1280160"/>
            </a:xfrm>
            <a:custGeom>
              <a:avLst/>
              <a:gdLst/>
              <a:ahLst/>
              <a:cxnLst/>
              <a:rect l="l" t="t" r="r" b="b"/>
              <a:pathLst>
                <a:path w="18290540" h="1280160">
                  <a:moveTo>
                    <a:pt x="18289971" y="1279998"/>
                  </a:moveTo>
                  <a:lnTo>
                    <a:pt x="0" y="1279998"/>
                  </a:lnTo>
                  <a:lnTo>
                    <a:pt x="0" y="0"/>
                  </a:lnTo>
                  <a:lnTo>
                    <a:pt x="18289971" y="0"/>
                  </a:lnTo>
                  <a:lnTo>
                    <a:pt x="18289971" y="1279998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1279998"/>
              <a:ext cx="18288635" cy="110489"/>
            </a:xfrm>
            <a:custGeom>
              <a:avLst/>
              <a:gdLst/>
              <a:ahLst/>
              <a:cxnLst/>
              <a:rect l="l" t="t" r="r" b="b"/>
              <a:pathLst>
                <a:path w="18288635" h="110490">
                  <a:moveTo>
                    <a:pt x="18288202" y="110004"/>
                  </a:moveTo>
                  <a:lnTo>
                    <a:pt x="0" y="110004"/>
                  </a:lnTo>
                  <a:lnTo>
                    <a:pt x="0" y="0"/>
                  </a:lnTo>
                  <a:lnTo>
                    <a:pt x="18288202" y="0"/>
                  </a:lnTo>
                  <a:lnTo>
                    <a:pt x="18288202" y="110004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16958" y="136584"/>
            <a:ext cx="11027458" cy="54438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IN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IN" sz="3200" b="1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r>
              <a:rPr lang="en-IN" sz="3200" b="1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IN" sz="3200" b="1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lang="en-IN" sz="3200" b="1" spc="-8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0434666" y="168369"/>
            <a:ext cx="77050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onboarding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16958" y="2372031"/>
            <a:ext cx="5584203" cy="7392008"/>
            <a:chOff x="178447" y="2176291"/>
            <a:chExt cx="5695950" cy="7535866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rcRect l="8206" t="1" r="7778" b="4004"/>
            <a:stretch>
              <a:fillRect/>
            </a:stretch>
          </p:blipFill>
          <p:spPr>
            <a:xfrm>
              <a:off x="693321" y="2176291"/>
              <a:ext cx="5117361" cy="622341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78447" y="9178362"/>
              <a:ext cx="5695950" cy="533795"/>
            </a:xfrm>
            <a:custGeom>
              <a:avLst/>
              <a:gdLst/>
              <a:ahLst/>
              <a:cxnLst/>
              <a:rect l="l" t="t" r="r" b="b"/>
              <a:pathLst>
                <a:path w="5695950" h="440054">
                  <a:moveTo>
                    <a:pt x="5695909" y="439997"/>
                  </a:moveTo>
                  <a:lnTo>
                    <a:pt x="0" y="439997"/>
                  </a:lnTo>
                  <a:lnTo>
                    <a:pt x="0" y="0"/>
                  </a:lnTo>
                  <a:lnTo>
                    <a:pt x="5695909" y="0"/>
                  </a:lnTo>
                  <a:lnTo>
                    <a:pt x="5695909" y="439997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65805" y="9258773"/>
            <a:ext cx="468439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Life!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Enjoy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JUICE15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295996" y="1460001"/>
            <a:ext cx="5697220" cy="505267"/>
          </a:xfrm>
          <a:custGeom>
            <a:avLst/>
            <a:gdLst/>
            <a:ahLst/>
            <a:cxnLst/>
            <a:rect l="l" t="t" r="r" b="b"/>
            <a:pathLst>
              <a:path w="5697220" h="360044">
                <a:moveTo>
                  <a:pt x="5696676" y="359997"/>
                </a:moveTo>
                <a:lnTo>
                  <a:pt x="0" y="359997"/>
                </a:lnTo>
                <a:lnTo>
                  <a:pt x="0" y="0"/>
                </a:lnTo>
                <a:lnTo>
                  <a:pt x="5696676" y="0"/>
                </a:lnTo>
                <a:lnTo>
                  <a:pt x="5696676" y="359997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1731" y="1464921"/>
            <a:ext cx="9661017" cy="259045"/>
          </a:xfrm>
          <a:prstGeom prst="rect">
            <a:avLst/>
          </a:prstGeom>
          <a:solidFill>
            <a:srgbClr val="2E7D32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77025" algn="l"/>
              </a:tabLst>
            </a:pPr>
            <a:r>
              <a:rPr sz="1600" b="1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sz="1600" b="1" spc="-1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1600" b="1" spc="-5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1600" b="1" spc="-5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15%</a:t>
            </a:r>
            <a:r>
              <a:rPr sz="1600" b="1" spc="-5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OFF</a:t>
            </a:r>
            <a:r>
              <a:rPr sz="1600" b="1" spc="-5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(CODE:</a:t>
            </a:r>
            <a:r>
              <a:rPr sz="1600" b="1" spc="-5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JUICE15)</a:t>
            </a:r>
            <a:r>
              <a:rPr sz="1600" b="1" dirty="0">
                <a:solidFill>
                  <a:schemeClr val="bg1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3-EMAIL WELCOME</a:t>
            </a:r>
            <a:endParaRPr sz="1600" dirty="0">
              <a:solidFill>
                <a:schemeClr val="bg1"/>
              </a:solidFill>
              <a:highlight>
                <a:srgbClr val="008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95950" y="2372031"/>
            <a:ext cx="5695996" cy="7398577"/>
            <a:chOff x="6295950" y="2372031"/>
            <a:chExt cx="5695996" cy="7398577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rcRect t="11680" b="7044"/>
            <a:stretch>
              <a:fillRect/>
            </a:stretch>
          </p:blipFill>
          <p:spPr>
            <a:xfrm>
              <a:off x="6295950" y="2372031"/>
              <a:ext cx="5695996" cy="602022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95996" y="9247003"/>
              <a:ext cx="5695950" cy="523605"/>
            </a:xfrm>
            <a:custGeom>
              <a:avLst/>
              <a:gdLst/>
              <a:ahLst/>
              <a:cxnLst/>
              <a:rect l="l" t="t" r="r" b="b"/>
              <a:pathLst>
                <a:path w="5695950" h="440054">
                  <a:moveTo>
                    <a:pt x="5695909" y="439997"/>
                  </a:moveTo>
                  <a:lnTo>
                    <a:pt x="0" y="439997"/>
                  </a:lnTo>
                  <a:lnTo>
                    <a:pt x="0" y="0"/>
                  </a:lnTo>
                  <a:lnTo>
                    <a:pt x="5695909" y="0"/>
                  </a:lnTo>
                  <a:lnTo>
                    <a:pt x="5695909" y="439997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548200" y="9258773"/>
            <a:ext cx="519176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Others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CTA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2231994" y="1460001"/>
            <a:ext cx="5697220" cy="360045"/>
          </a:xfrm>
          <a:custGeom>
            <a:avLst/>
            <a:gdLst/>
            <a:ahLst/>
            <a:cxnLst/>
            <a:rect l="l" t="t" r="r" b="b"/>
            <a:pathLst>
              <a:path w="5697219" h="360044">
                <a:moveTo>
                  <a:pt x="5696676" y="359997"/>
                </a:moveTo>
                <a:lnTo>
                  <a:pt x="0" y="359997"/>
                </a:lnTo>
                <a:lnTo>
                  <a:pt x="0" y="0"/>
                </a:lnTo>
                <a:lnTo>
                  <a:pt x="5696676" y="0"/>
                </a:lnTo>
                <a:lnTo>
                  <a:pt x="5696676" y="359997"/>
                </a:lnTo>
                <a:close/>
              </a:path>
            </a:pathLst>
          </a:custGeom>
          <a:solidFill>
            <a:srgbClr val="2E7D32"/>
          </a:solidFill>
        </p:spPr>
        <p:txBody>
          <a:bodyPr wrap="square" lIns="0" tIns="0" rIns="0" bIns="0" rtlCol="0"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494542" y="1464922"/>
            <a:ext cx="4031457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sz="16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STORY</a:t>
            </a:r>
            <a:r>
              <a:rPr sz="16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sz="1600" b="1" spc="-1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LETTER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231994" y="9247003"/>
            <a:ext cx="5695950" cy="550548"/>
          </a:xfrm>
          <a:custGeom>
            <a:avLst/>
            <a:gdLst/>
            <a:ahLst/>
            <a:cxnLst/>
            <a:rect l="l" t="t" r="r" b="b"/>
            <a:pathLst>
              <a:path w="5695950" h="440054">
                <a:moveTo>
                  <a:pt x="5695909" y="439997"/>
                </a:moveTo>
                <a:lnTo>
                  <a:pt x="0" y="439997"/>
                </a:lnTo>
                <a:lnTo>
                  <a:pt x="0" y="0"/>
                </a:lnTo>
                <a:lnTo>
                  <a:pt x="5695909" y="0"/>
                </a:lnTo>
                <a:lnTo>
                  <a:pt x="5695909" y="439997"/>
                </a:lnTo>
                <a:close/>
              </a:path>
            </a:pathLst>
          </a:custGeom>
          <a:solidFill>
            <a:srgbClr val="E65000"/>
          </a:solidFill>
        </p:spPr>
        <p:txBody>
          <a:bodyPr wrap="square" lIns="0" tIns="0" rIns="0" bIns="0" rtlCol="0"/>
          <a:lstStyle/>
          <a:p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87324" y="9258773"/>
            <a:ext cx="518541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Welcome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Organic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Cold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Pressed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</a:t>
            </a:r>
            <a:r>
              <a:rPr sz="1600" spc="-4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journey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5BF24C4-31C8-6015-2266-8B69743093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6" r="21" b="14550"/>
          <a:stretch>
            <a:fillRect/>
          </a:stretch>
        </p:blipFill>
        <p:spPr bwMode="auto">
          <a:xfrm>
            <a:off x="12249200" y="2372031"/>
            <a:ext cx="5695950" cy="6005213"/>
          </a:xfrm>
          <a:prstGeom prst="rect">
            <a:avLst/>
          </a:prstGeom>
          <a:noFill/>
        </p:spPr>
      </p:pic>
      <p:sp>
        <p:nvSpPr>
          <p:cNvPr id="28" name="object 14">
            <a:extLst>
              <a:ext uri="{FF2B5EF4-FFF2-40B4-BE49-F238E27FC236}">
                <a16:creationId xmlns:a16="http://schemas.microsoft.com/office/drawing/2014/main" id="{080BB329-851F-D2D5-EC24-C4BFF9865370}"/>
              </a:ext>
            </a:extLst>
          </p:cNvPr>
          <p:cNvSpPr txBox="1"/>
          <p:nvPr/>
        </p:nvSpPr>
        <p:spPr>
          <a:xfrm>
            <a:off x="1021731" y="1706223"/>
            <a:ext cx="9661017" cy="259045"/>
          </a:xfrm>
          <a:prstGeom prst="rect">
            <a:avLst/>
          </a:prstGeom>
          <a:solidFill>
            <a:srgbClr val="2E7D32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77025" algn="l"/>
              </a:tabLst>
            </a:pPr>
            <a:endParaRPr sz="1600" dirty="0">
              <a:solidFill>
                <a:schemeClr val="bg1"/>
              </a:solidFill>
              <a:highlight>
                <a:srgbClr val="008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390002"/>
            <a:ext cx="18288000" cy="8337550"/>
          </a:xfrm>
          <a:custGeom>
            <a:avLst/>
            <a:gdLst/>
            <a:ahLst/>
            <a:cxnLst/>
            <a:rect l="l" t="t" r="r" b="b"/>
            <a:pathLst>
              <a:path w="18288000" h="8337550">
                <a:moveTo>
                  <a:pt x="0" y="8336993"/>
                </a:moveTo>
                <a:lnTo>
                  <a:pt x="18287998" y="8336993"/>
                </a:lnTo>
                <a:lnTo>
                  <a:pt x="18287998" y="0"/>
                </a:lnTo>
                <a:lnTo>
                  <a:pt x="0" y="0"/>
                </a:lnTo>
                <a:lnTo>
                  <a:pt x="0" y="8336993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8742" y="20270"/>
            <a:ext cx="16056658" cy="6059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sz="3600" spc="-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</a:t>
            </a:r>
            <a:r>
              <a:rPr lang="en-US" sz="3600" spc="-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en-US" sz="3600" spc="-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  <a:r>
              <a:rPr lang="en-US" sz="3600" spc="-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ABANDONMENT</a:t>
            </a:r>
            <a:r>
              <a:rPr lang="en-US" sz="3600" spc="-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US" sz="3600" spc="-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sz="3600" spc="-8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</a:t>
            </a:r>
            <a:endParaRPr lang="en-US" sz="3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59997" y="1840001"/>
            <a:ext cx="11244580" cy="7847057"/>
            <a:chOff x="359997" y="1840001"/>
            <a:chExt cx="11244580" cy="7847057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9997" y="1840001"/>
              <a:ext cx="11163518" cy="740427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59997" y="9247003"/>
              <a:ext cx="11244580" cy="440055"/>
            </a:xfrm>
            <a:custGeom>
              <a:avLst/>
              <a:gdLst/>
              <a:ahLst/>
              <a:cxnLst/>
              <a:rect l="l" t="t" r="r" b="b"/>
              <a:pathLst>
                <a:path w="11244580" h="440054">
                  <a:moveTo>
                    <a:pt x="11244006" y="439997"/>
                  </a:moveTo>
                  <a:lnTo>
                    <a:pt x="0" y="439997"/>
                  </a:lnTo>
                  <a:lnTo>
                    <a:pt x="0" y="0"/>
                  </a:lnTo>
                  <a:lnTo>
                    <a:pt x="11244006" y="0"/>
                  </a:lnTo>
                  <a:lnTo>
                    <a:pt x="11244006" y="439997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59260" y="9303741"/>
            <a:ext cx="977451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thirsty?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Forgot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something?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moment?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·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JUICY10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94072" y="1198923"/>
            <a:ext cx="15627127" cy="382156"/>
          </a:xfrm>
          <a:prstGeom prst="rect">
            <a:avLst/>
          </a:prstGeom>
          <a:solidFill>
            <a:srgbClr val="2E7D32"/>
          </a:solidFill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466070" algn="l"/>
              </a:tabLst>
            </a:pPr>
            <a:r>
              <a:rPr sz="2400" b="1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CART</a:t>
            </a:r>
            <a:r>
              <a:rPr sz="2400" b="1" spc="-5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ABANDONMENT</a:t>
            </a:r>
            <a:r>
              <a:rPr sz="2400" b="1" spc="-5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EMAIL SERIES</a:t>
            </a:r>
            <a:r>
              <a:rPr sz="2400" b="1" spc="-5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(3 </a:t>
            </a:r>
            <a:r>
              <a:rPr sz="2400" b="1" spc="-10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TOUCHPOINTS)</a:t>
            </a:r>
            <a:r>
              <a:rPr sz="2400" b="1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400" b="1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sz="2400" b="1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sz="2400" b="1" spc="-25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  <a:r>
              <a:rPr sz="2400" b="1" spc="-20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50" dirty="0">
                <a:solidFill>
                  <a:srgbClr val="FFFFFF"/>
                </a:solidFill>
                <a:highlight>
                  <a:srgbClr val="0080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2400" dirty="0">
              <a:highlight>
                <a:srgbClr val="0080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43517" y="1840001"/>
            <a:ext cx="6084470" cy="340347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1843516" y="5243503"/>
            <a:ext cx="6084570" cy="270587"/>
          </a:xfrm>
          <a:prstGeom prst="rect">
            <a:avLst/>
          </a:prstGeom>
          <a:solidFill>
            <a:srgbClr val="E65000"/>
          </a:solidFill>
        </p:spPr>
        <p:txBody>
          <a:bodyPr vert="horz" wrap="square" lIns="0" tIns="24130" rIns="0" bIns="0" rtlCol="0">
            <a:spAutoFit/>
          </a:bodyPr>
          <a:lstStyle/>
          <a:p>
            <a:pPr marL="466090">
              <a:lnSpc>
                <a:spcPct val="100000"/>
              </a:lnSpc>
              <a:spcBef>
                <a:spcPts val="190"/>
              </a:spcBef>
              <a:tabLst>
                <a:tab pos="4001770" algn="l"/>
              </a:tabLst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must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tired?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Sip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something</a:t>
            </a:r>
            <a:r>
              <a:rPr sz="16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fresh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·</a:t>
            </a:r>
            <a:r>
              <a:rPr sz="1600" spc="-1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#ColdPressedJuice</a:t>
            </a: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843516" y="5843501"/>
            <a:ext cx="6085205" cy="294311"/>
          </a:xfrm>
          <a:prstGeom prst="rect">
            <a:avLst/>
          </a:prstGeom>
          <a:solidFill>
            <a:srgbClr val="2E7D32"/>
          </a:solidFill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sz="1800" b="1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NOTIFICATION</a:t>
            </a:r>
            <a:r>
              <a:rPr sz="1800" b="1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843517" y="6223501"/>
            <a:ext cx="6164580" cy="3463925"/>
            <a:chOff x="11843517" y="6223501"/>
            <a:chExt cx="6164580" cy="3463925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43517" y="6223501"/>
              <a:ext cx="6084471" cy="340347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1923518" y="9247003"/>
              <a:ext cx="6084570" cy="440055"/>
            </a:xfrm>
            <a:custGeom>
              <a:avLst/>
              <a:gdLst/>
              <a:ahLst/>
              <a:cxnLst/>
              <a:rect l="l" t="t" r="r" b="b"/>
              <a:pathLst>
                <a:path w="6084569" h="440054">
                  <a:moveTo>
                    <a:pt x="6084344" y="439997"/>
                  </a:moveTo>
                  <a:lnTo>
                    <a:pt x="0" y="439997"/>
                  </a:lnTo>
                  <a:lnTo>
                    <a:pt x="0" y="0"/>
                  </a:lnTo>
                  <a:lnTo>
                    <a:pt x="6084344" y="0"/>
                  </a:lnTo>
                  <a:lnTo>
                    <a:pt x="6084344" y="439997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2267630" y="9318780"/>
            <a:ext cx="381057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Sugary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juice?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sz="1600" spc="-3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timeline?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894643" y="9303741"/>
            <a:ext cx="193293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Drink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added</a:t>
            </a:r>
            <a:r>
              <a:rPr sz="1600" spc="-3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sugar</a:t>
            </a:r>
            <a:endParaRPr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F17D63-43E6-2646-F418-9E600923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78" t="5412"/>
          <a:stretch>
            <a:fillRect/>
          </a:stretch>
        </p:blipFill>
        <p:spPr>
          <a:xfrm>
            <a:off x="248634" y="231197"/>
            <a:ext cx="4800600" cy="98985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41F548-C85E-658D-8349-562FEEB11029}"/>
              </a:ext>
            </a:extLst>
          </p:cNvPr>
          <p:cNvSpPr txBox="1"/>
          <p:nvPr/>
        </p:nvSpPr>
        <p:spPr>
          <a:xfrm>
            <a:off x="7046742" y="720935"/>
            <a:ext cx="1000554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0 – WELCOME OFFER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Instant email + 15% OFF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Objective: First purchase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3 – EDUCATION MAIL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Benefits of cold-pressed, zero sugar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Objective: Build trust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7 – BEST SELLERS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Top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flavours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recommendation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Objective: Easy decision making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– URGENCY REMINDER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Limited time discount reminder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Objective: Increase conversion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STRATEGY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→ Trust → Conversion using automated email journey</a:t>
            </a: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69A33542-3789-73C3-C820-711A39469B30}"/>
              </a:ext>
            </a:extLst>
          </p:cNvPr>
          <p:cNvGrpSpPr/>
          <p:nvPr/>
        </p:nvGrpSpPr>
        <p:grpSpPr>
          <a:xfrm>
            <a:off x="5942721" y="9883774"/>
            <a:ext cx="12213582" cy="403226"/>
            <a:chOff x="0" y="0"/>
            <a:chExt cx="18290540" cy="1390015"/>
          </a:xfrm>
        </p:grpSpPr>
        <p:sp>
          <p:nvSpPr>
            <p:cNvPr id="7" name="object 4">
              <a:extLst>
                <a:ext uri="{FF2B5EF4-FFF2-40B4-BE49-F238E27FC236}">
                  <a16:creationId xmlns:a16="http://schemas.microsoft.com/office/drawing/2014/main" id="{0DAB5E01-1420-1A35-2D86-47E97B172F30}"/>
                </a:ext>
              </a:extLst>
            </p:cNvPr>
            <p:cNvSpPr/>
            <p:nvPr/>
          </p:nvSpPr>
          <p:spPr>
            <a:xfrm>
              <a:off x="0" y="0"/>
              <a:ext cx="18290540" cy="1280160"/>
            </a:xfrm>
            <a:custGeom>
              <a:avLst/>
              <a:gdLst/>
              <a:ahLst/>
              <a:cxnLst/>
              <a:rect l="l" t="t" r="r" b="b"/>
              <a:pathLst>
                <a:path w="18290540" h="1280160">
                  <a:moveTo>
                    <a:pt x="18289971" y="1279998"/>
                  </a:moveTo>
                  <a:lnTo>
                    <a:pt x="0" y="1279998"/>
                  </a:lnTo>
                  <a:lnTo>
                    <a:pt x="0" y="0"/>
                  </a:lnTo>
                  <a:lnTo>
                    <a:pt x="18289971" y="0"/>
                  </a:lnTo>
                  <a:lnTo>
                    <a:pt x="18289971" y="1279998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466F06A1-7E02-DCD8-D648-E8F48C711993}"/>
                </a:ext>
              </a:extLst>
            </p:cNvPr>
            <p:cNvSpPr/>
            <p:nvPr/>
          </p:nvSpPr>
          <p:spPr>
            <a:xfrm>
              <a:off x="0" y="1279998"/>
              <a:ext cx="18288635" cy="110489"/>
            </a:xfrm>
            <a:custGeom>
              <a:avLst/>
              <a:gdLst/>
              <a:ahLst/>
              <a:cxnLst/>
              <a:rect l="l" t="t" r="r" b="b"/>
              <a:pathLst>
                <a:path w="18288635" h="110490">
                  <a:moveTo>
                    <a:pt x="18288202" y="110004"/>
                  </a:moveTo>
                  <a:lnTo>
                    <a:pt x="0" y="110004"/>
                  </a:lnTo>
                  <a:lnTo>
                    <a:pt x="0" y="0"/>
                  </a:lnTo>
                  <a:lnTo>
                    <a:pt x="18288202" y="0"/>
                  </a:lnTo>
                  <a:lnTo>
                    <a:pt x="18288202" y="110004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object 3">
            <a:extLst>
              <a:ext uri="{FF2B5EF4-FFF2-40B4-BE49-F238E27FC236}">
                <a16:creationId xmlns:a16="http://schemas.microsoft.com/office/drawing/2014/main" id="{82645E09-F1AF-2388-FF3A-0795AB7A8C3B}"/>
              </a:ext>
            </a:extLst>
          </p:cNvPr>
          <p:cNvGrpSpPr/>
          <p:nvPr/>
        </p:nvGrpSpPr>
        <p:grpSpPr>
          <a:xfrm rot="5400000">
            <a:off x="13250249" y="5282435"/>
            <a:ext cx="9618300" cy="457200"/>
            <a:chOff x="0" y="0"/>
            <a:chExt cx="18290540" cy="1390015"/>
          </a:xfrm>
        </p:grpSpPr>
        <p:sp>
          <p:nvSpPr>
            <p:cNvPr id="10" name="object 4">
              <a:extLst>
                <a:ext uri="{FF2B5EF4-FFF2-40B4-BE49-F238E27FC236}">
                  <a16:creationId xmlns:a16="http://schemas.microsoft.com/office/drawing/2014/main" id="{62A81577-7483-F2F1-BB2C-C4E452A7C74D}"/>
                </a:ext>
              </a:extLst>
            </p:cNvPr>
            <p:cNvSpPr/>
            <p:nvPr/>
          </p:nvSpPr>
          <p:spPr>
            <a:xfrm>
              <a:off x="0" y="0"/>
              <a:ext cx="18290540" cy="1280160"/>
            </a:xfrm>
            <a:custGeom>
              <a:avLst/>
              <a:gdLst/>
              <a:ahLst/>
              <a:cxnLst/>
              <a:rect l="l" t="t" r="r" b="b"/>
              <a:pathLst>
                <a:path w="18290540" h="1280160">
                  <a:moveTo>
                    <a:pt x="18289971" y="1279998"/>
                  </a:moveTo>
                  <a:lnTo>
                    <a:pt x="0" y="1279998"/>
                  </a:lnTo>
                  <a:lnTo>
                    <a:pt x="0" y="0"/>
                  </a:lnTo>
                  <a:lnTo>
                    <a:pt x="18289971" y="0"/>
                  </a:lnTo>
                  <a:lnTo>
                    <a:pt x="18289971" y="1279998"/>
                  </a:lnTo>
                  <a:close/>
                </a:path>
              </a:pathLst>
            </a:custGeom>
            <a:solidFill>
              <a:srgbClr val="2E7D32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118F9DA1-4EFD-1F99-35BF-9F47FE056ABB}"/>
                </a:ext>
              </a:extLst>
            </p:cNvPr>
            <p:cNvSpPr/>
            <p:nvPr/>
          </p:nvSpPr>
          <p:spPr>
            <a:xfrm>
              <a:off x="0" y="1279998"/>
              <a:ext cx="18288635" cy="110489"/>
            </a:xfrm>
            <a:custGeom>
              <a:avLst/>
              <a:gdLst/>
              <a:ahLst/>
              <a:cxnLst/>
              <a:rect l="l" t="t" r="r" b="b"/>
              <a:pathLst>
                <a:path w="18288635" h="110490">
                  <a:moveTo>
                    <a:pt x="18288202" y="110004"/>
                  </a:moveTo>
                  <a:lnTo>
                    <a:pt x="0" y="110004"/>
                  </a:lnTo>
                  <a:lnTo>
                    <a:pt x="0" y="0"/>
                  </a:lnTo>
                  <a:lnTo>
                    <a:pt x="18288202" y="0"/>
                  </a:lnTo>
                  <a:lnTo>
                    <a:pt x="18288202" y="110004"/>
                  </a:lnTo>
                  <a:close/>
                </a:path>
              </a:pathLst>
            </a:custGeom>
            <a:solidFill>
              <a:srgbClr val="E65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91159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9B75F4-883F-B32C-014D-DD396953E655}"/>
              </a:ext>
            </a:extLst>
          </p:cNvPr>
          <p:cNvSpPr txBox="1"/>
          <p:nvPr/>
        </p:nvSpPr>
        <p:spPr>
          <a:xfrm>
            <a:off x="1066800" y="571500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2E7D3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KEY TAKEAWAYS </a:t>
            </a:r>
            <a:endParaRPr lang="en-IN" sz="4000" b="1" dirty="0">
              <a:solidFill>
                <a:srgbClr val="2E7D3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F6AD3-F74A-E126-8EAE-1ABB4CA3B88B}"/>
              </a:ext>
            </a:extLst>
          </p:cNvPr>
          <p:cNvSpPr txBox="1"/>
          <p:nvPr/>
        </p:nvSpPr>
        <p:spPr>
          <a:xfrm>
            <a:off x="1524000" y="2400300"/>
            <a:ext cx="14554200" cy="5565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digitally showed that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is not one activity but a combination of strategy, data and creativity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health-conscious audience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helped select the right platforms (Google + Meta + Instagram)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 research revealed strong demand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sugar-free, organic and cold-pressed drinks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Ads helped capture users already searching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healthy drink alternatives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 Ads and social content helped create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and brand recall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Funnel strategy ensured users moved from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→ trust → purchase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communication of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FruitVita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USP (Zero Sugar, Organic, Cold Pressed)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all channels strengthened positioning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 + Content + Email marketing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a structured customer journey</a:t>
            </a:r>
          </a:p>
        </p:txBody>
      </p:sp>
    </p:spTree>
    <p:extLst>
      <p:ext uri="{BB962C8B-B14F-4D97-AF65-F5344CB8AC3E}">
        <p14:creationId xmlns:p14="http://schemas.microsoft.com/office/powerpoint/2010/main" val="34785231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30" y="9578297"/>
            <a:ext cx="18288635" cy="709295"/>
            <a:chOff x="-30" y="9578297"/>
            <a:chExt cx="18288635" cy="709295"/>
          </a:xfrm>
        </p:grpSpPr>
        <p:sp>
          <p:nvSpPr>
            <p:cNvPr id="3" name="object 3"/>
            <p:cNvSpPr/>
            <p:nvPr/>
          </p:nvSpPr>
          <p:spPr>
            <a:xfrm>
              <a:off x="-30" y="9590965"/>
              <a:ext cx="18288635" cy="696595"/>
            </a:xfrm>
            <a:custGeom>
              <a:avLst/>
              <a:gdLst/>
              <a:ahLst/>
              <a:cxnLst/>
              <a:rect l="l" t="t" r="r" b="b"/>
              <a:pathLst>
                <a:path w="18288635" h="696595">
                  <a:moveTo>
                    <a:pt x="0" y="696034"/>
                  </a:moveTo>
                  <a:lnTo>
                    <a:pt x="30" y="0"/>
                  </a:lnTo>
                  <a:lnTo>
                    <a:pt x="18288022" y="178879"/>
                  </a:lnTo>
                  <a:lnTo>
                    <a:pt x="18287998" y="696034"/>
                  </a:lnTo>
                  <a:lnTo>
                    <a:pt x="0" y="696034"/>
                  </a:lnTo>
                  <a:close/>
                </a:path>
              </a:pathLst>
            </a:custGeom>
            <a:solidFill>
              <a:srgbClr val="EC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9578297"/>
              <a:ext cx="18288000" cy="709295"/>
            </a:xfrm>
            <a:custGeom>
              <a:avLst/>
              <a:gdLst/>
              <a:ahLst/>
              <a:cxnLst/>
              <a:rect l="l" t="t" r="r" b="b"/>
              <a:pathLst>
                <a:path w="18288000" h="709295">
                  <a:moveTo>
                    <a:pt x="0" y="25556"/>
                  </a:moveTo>
                  <a:lnTo>
                    <a:pt x="0" y="12668"/>
                  </a:lnTo>
                  <a:lnTo>
                    <a:pt x="1295896" y="12668"/>
                  </a:lnTo>
                  <a:lnTo>
                    <a:pt x="18275204" y="178658"/>
                  </a:lnTo>
                  <a:lnTo>
                    <a:pt x="18287999" y="178783"/>
                  </a:lnTo>
                  <a:lnTo>
                    <a:pt x="18287999" y="191547"/>
                  </a:lnTo>
                  <a:lnTo>
                    <a:pt x="18275204" y="191547"/>
                  </a:lnTo>
                  <a:lnTo>
                    <a:pt x="18275204" y="204090"/>
                  </a:lnTo>
                  <a:lnTo>
                    <a:pt x="12636" y="25556"/>
                  </a:lnTo>
                  <a:lnTo>
                    <a:pt x="0" y="25556"/>
                  </a:lnTo>
                  <a:close/>
                </a:path>
                <a:path w="18288000" h="709295">
                  <a:moveTo>
                    <a:pt x="18275204" y="204216"/>
                  </a:moveTo>
                  <a:lnTo>
                    <a:pt x="18275204" y="191547"/>
                  </a:lnTo>
                  <a:lnTo>
                    <a:pt x="18287999" y="191547"/>
                  </a:lnTo>
                  <a:lnTo>
                    <a:pt x="18287999" y="204216"/>
                  </a:lnTo>
                  <a:lnTo>
                    <a:pt x="18275204" y="204216"/>
                  </a:lnTo>
                  <a:close/>
                </a:path>
                <a:path w="18288000" h="709295">
                  <a:moveTo>
                    <a:pt x="18275204" y="708702"/>
                  </a:moveTo>
                  <a:lnTo>
                    <a:pt x="18275204" y="204090"/>
                  </a:lnTo>
                  <a:lnTo>
                    <a:pt x="18287999" y="204216"/>
                  </a:lnTo>
                  <a:lnTo>
                    <a:pt x="18287999" y="708702"/>
                  </a:lnTo>
                  <a:lnTo>
                    <a:pt x="18275204" y="708702"/>
                  </a:lnTo>
                  <a:close/>
                </a:path>
                <a:path w="18288000" h="709295">
                  <a:moveTo>
                    <a:pt x="0" y="12668"/>
                  </a:moveTo>
                  <a:lnTo>
                    <a:pt x="0" y="0"/>
                  </a:lnTo>
                  <a:lnTo>
                    <a:pt x="1295896" y="12668"/>
                  </a:lnTo>
                  <a:lnTo>
                    <a:pt x="0" y="12668"/>
                  </a:lnTo>
                  <a:close/>
                </a:path>
                <a:path w="18288000" h="709295">
                  <a:moveTo>
                    <a:pt x="0" y="708702"/>
                  </a:moveTo>
                  <a:lnTo>
                    <a:pt x="0" y="25556"/>
                  </a:lnTo>
                  <a:lnTo>
                    <a:pt x="12636" y="25556"/>
                  </a:lnTo>
                  <a:lnTo>
                    <a:pt x="12636" y="708702"/>
                  </a:lnTo>
                  <a:lnTo>
                    <a:pt x="0" y="708702"/>
                  </a:lnTo>
                  <a:close/>
                </a:path>
              </a:pathLst>
            </a:custGeom>
            <a:solidFill>
              <a:srgbClr val="6431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449407" y="3807653"/>
            <a:ext cx="12845415" cy="1116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295"/>
              </a:lnSpc>
              <a:spcBef>
                <a:spcPts val="100"/>
              </a:spcBef>
            </a:pPr>
            <a:r>
              <a:rPr sz="36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https://drive</a:t>
            </a:r>
            <a:r>
              <a:rPr sz="3600" spc="-10" dirty="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.g</a:t>
            </a:r>
            <a:r>
              <a:rPr sz="36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oogle.com/drive/folders/15BhGVwL96ztEbXEm0XkM4</a:t>
            </a:r>
            <a:endParaRPr sz="3600" dirty="0">
              <a:latin typeface="Calibri"/>
              <a:cs typeface="Calibri"/>
            </a:endParaRPr>
          </a:p>
          <a:p>
            <a:pPr marL="12700">
              <a:lnSpc>
                <a:spcPts val="4295"/>
              </a:lnSpc>
            </a:pPr>
            <a:r>
              <a:rPr sz="3600" u="heavy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_FFN8oFMWcI?usp=sharin</a:t>
            </a:r>
            <a:r>
              <a:rPr sz="3600" spc="-10" dirty="0">
                <a:solidFill>
                  <a:srgbClr val="0462C1"/>
                </a:solidFill>
                <a:latin typeface="Calibri"/>
                <a:cs typeface="Calibri"/>
                <a:hlinkClick r:id="rId2"/>
              </a:rPr>
              <a:t>g</a:t>
            </a:r>
            <a:endParaRPr sz="3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4419600" y="1409700"/>
            <a:ext cx="11141282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“FruitVita</a:t>
            </a:r>
            <a:r>
              <a:rPr sz="4800" spc="-8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4800" spc="-8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sz="4800" spc="-75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sz="4800" spc="-8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4800" spc="-8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</a:t>
            </a:r>
            <a:r>
              <a:rPr sz="4800" spc="-75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(Working</a:t>
            </a:r>
            <a:r>
              <a:rPr sz="4800" spc="-8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800" spc="-10" dirty="0">
                <a:solidFill>
                  <a:srgbClr val="EC7D3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Outcome)”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-14" y="-28"/>
            <a:ext cx="18288635" cy="283845"/>
            <a:chOff x="-14" y="-28"/>
            <a:chExt cx="18288635" cy="283845"/>
          </a:xfrm>
        </p:grpSpPr>
        <p:sp>
          <p:nvSpPr>
            <p:cNvPr id="12" name="object 12"/>
            <p:cNvSpPr/>
            <p:nvPr/>
          </p:nvSpPr>
          <p:spPr>
            <a:xfrm>
              <a:off x="0" y="0"/>
              <a:ext cx="18288000" cy="271145"/>
            </a:xfrm>
            <a:custGeom>
              <a:avLst/>
              <a:gdLst/>
              <a:ahLst/>
              <a:cxnLst/>
              <a:rect l="l" t="t" r="r" b="b"/>
              <a:pathLst>
                <a:path w="18288000" h="271145">
                  <a:moveTo>
                    <a:pt x="18287971" y="270957"/>
                  </a:moveTo>
                  <a:lnTo>
                    <a:pt x="0" y="270957"/>
                  </a:lnTo>
                  <a:lnTo>
                    <a:pt x="0" y="0"/>
                  </a:lnTo>
                  <a:lnTo>
                    <a:pt x="18287971" y="0"/>
                  </a:lnTo>
                  <a:lnTo>
                    <a:pt x="18287971" y="270957"/>
                  </a:lnTo>
                  <a:close/>
                </a:path>
              </a:pathLst>
            </a:custGeom>
            <a:solidFill>
              <a:srgbClr val="EC7D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-12" y="-26"/>
              <a:ext cx="18288635" cy="283845"/>
            </a:xfrm>
            <a:custGeom>
              <a:avLst/>
              <a:gdLst/>
              <a:ahLst/>
              <a:cxnLst/>
              <a:rect l="l" t="t" r="r" b="b"/>
              <a:pathLst>
                <a:path w="18288635" h="283845">
                  <a:moveTo>
                    <a:pt x="18288013" y="0"/>
                  </a:moveTo>
                  <a:lnTo>
                    <a:pt x="18275313" y="0"/>
                  </a:lnTo>
                  <a:lnTo>
                    <a:pt x="18275313" y="12763"/>
                  </a:lnTo>
                  <a:lnTo>
                    <a:pt x="18275313" y="258229"/>
                  </a:lnTo>
                  <a:lnTo>
                    <a:pt x="12738" y="258229"/>
                  </a:lnTo>
                  <a:lnTo>
                    <a:pt x="12738" y="12763"/>
                  </a:lnTo>
                  <a:lnTo>
                    <a:pt x="18275313" y="12763"/>
                  </a:lnTo>
                  <a:lnTo>
                    <a:pt x="18275313" y="0"/>
                  </a:lnTo>
                  <a:lnTo>
                    <a:pt x="12738" y="0"/>
                  </a:lnTo>
                  <a:lnTo>
                    <a:pt x="0" y="38"/>
                  </a:lnTo>
                  <a:lnTo>
                    <a:pt x="0" y="270548"/>
                  </a:lnTo>
                  <a:lnTo>
                    <a:pt x="12" y="283248"/>
                  </a:lnTo>
                  <a:lnTo>
                    <a:pt x="18288013" y="283248"/>
                  </a:lnTo>
                  <a:lnTo>
                    <a:pt x="18288013" y="270992"/>
                  </a:lnTo>
                  <a:lnTo>
                    <a:pt x="18288013" y="270548"/>
                  </a:lnTo>
                  <a:lnTo>
                    <a:pt x="18288013" y="0"/>
                  </a:lnTo>
                  <a:close/>
                </a:path>
              </a:pathLst>
            </a:custGeom>
            <a:solidFill>
              <a:srgbClr val="172B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820</TotalTime>
  <Words>2078</Words>
  <Application>Microsoft Office PowerPoint</Application>
  <PresentationFormat>Custom</PresentationFormat>
  <Paragraphs>341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FUNNEL DESIGN &amp; OBJECTIVES</vt:lpstr>
      <vt:lpstr>CONTENT STRATEGY &amp; ENGAGEMENT</vt:lpstr>
      <vt:lpstr>POEM FRAMEWORK APPLICATION</vt:lpstr>
      <vt:lpstr>WEBSITE &amp; SEO STRATEGY</vt:lpstr>
      <vt:lpstr>PowerPoint Presentation</vt:lpstr>
      <vt:lpstr>P H A S E – 3 </vt:lpstr>
      <vt:lpstr>GOOGLE ADS –  KEYWORD PLANNING</vt:lpstr>
      <vt:lpstr>GOOGLE ADS — KEYWORD PERFORMANCE FORECAST</vt:lpstr>
      <vt:lpstr>PowerPoint Presentation</vt:lpstr>
      <vt:lpstr>GOOGLE ADS — AUDIENCE MANAGER </vt:lpstr>
      <vt:lpstr>GOOGLE ADS — AD EXTENSIONS SITELINKS &amp; CALLOUTS </vt:lpstr>
      <vt:lpstr>PowerPoint Presentation</vt:lpstr>
      <vt:lpstr>GOOGLE ADS – AD COPIES  (  5   COPIES)</vt:lpstr>
      <vt:lpstr>PowerPoint Presentation</vt:lpstr>
      <vt:lpstr>META ADS – CAMPAIGN OBJECTIVES</vt:lpstr>
      <vt:lpstr>META ADS – CREATIVE AD COPIES</vt:lpstr>
      <vt:lpstr>PowerPoint Presentation</vt:lpstr>
      <vt:lpstr>SOCIAL MEDIA – IG PROFESSIONAL DASHBOARD</vt:lpstr>
      <vt:lpstr>META ADS — CREATIVE VISUALS</vt:lpstr>
      <vt:lpstr>EMAIL MARKETING – LEAD MAGNETS &amp; NURTURING</vt:lpstr>
      <vt:lpstr>EMAIL MARKETING — LEAD CAPTURE METHODS</vt:lpstr>
      <vt:lpstr>Day 0 onboarding · Brand story · 15% welcome offer</vt:lpstr>
      <vt:lpstr>EMAIL MARKETING — CART ABANDONMENT &amp; PUSH NOTIFICATIONS</vt:lpstr>
      <vt:lpstr>PowerPoint Presentation</vt:lpstr>
      <vt:lpstr>PowerPoint Presentation</vt:lpstr>
      <vt:lpstr>“FruitVita – From Idea to Execution (Working Outcome)”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FruitVita_CAP 3 PPT swati .pptx</dc:title>
  <dc:creator>Yash Arora</dc:creator>
  <cp:keywords>DAHFa0HCLHY,BAD-lsuXyrI,0</cp:keywords>
  <cp:lastModifiedBy>Hunny Gupta</cp:lastModifiedBy>
  <cp:revision>5</cp:revision>
  <dcterms:created xsi:type="dcterms:W3CDTF">2026-04-02T08:23:46Z</dcterms:created>
  <dcterms:modified xsi:type="dcterms:W3CDTF">2026-04-02T22:04:37Z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2026-03-30T00:00:00Z</vt:filetime>
  </property>
  <property fmtid="{D5CDD505-2E9C-101B-9397-08002B2CF9AE}" pid="3" name="Creator">
    <vt:lpwstr>Canva</vt:lpwstr>
  </property>
  <property fmtid="{D5CDD505-2E9C-101B-9397-08002B2CF9AE}" pid="4" name="LastSaved">
    <vt:filetime>2026-04-02T00:00:00Z</vt:filetime>
  </property>
  <property fmtid="{D5CDD505-2E9C-101B-9397-08002B2CF9AE}" pid="5" name="Producer">
    <vt:lpwstr>Canva</vt:lpwstr>
  </property>
</Properties>
</file>